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E3EE"/>
    <a:srgbClr val="EC94CF"/>
    <a:srgbClr val="E05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-77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8AC6-8834-AD62-1134-CC8CEA1BC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DEDEF-EE85-88BD-9C90-D55F1018C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5A80-DD57-2C64-DC24-FAAD0DD7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69CA1-0EC4-C09B-196B-843ED21D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8AF3F-FEAF-7876-6E9F-22897CBA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51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A641-F76B-EEA7-FD1F-3EFA6521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5FE10-6671-B882-D542-96B2A51E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CE2AE-97B2-8216-9D67-2589A206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01051-3C3B-B700-C93B-00B471A2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2E00B-988A-F184-0996-24DDD69C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20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2B48-81C8-5B20-997E-E5F380DC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97CB9-1AE7-1FEF-B6FA-EBCC6DB3A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6D6AB-67CC-4D31-5712-37668FBC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543FF-7B10-CCB3-976E-27E70ACC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23002-8D86-2E0C-9B73-50CC98E2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95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E85B-32F6-F9E9-6352-39A96BC7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3BD8B-C0DA-F575-5337-D5A1E601C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CEC35-C52F-44C0-8477-6F980D781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BA994-4753-3BF4-323F-8239FE31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EE637-369B-C3B8-BA63-D24F8259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4D683-BFCB-51AD-193D-652D20A0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81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FBA0-5DC2-371B-B20E-780E1377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B6495-089A-E5BE-3197-A01F4221E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A299B-D5BC-4939-D052-288C942D8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FBF6E3-F181-D463-BBE5-B1D913C37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8BB83-4FA7-7840-EE95-08FD1B8E3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8C576-DE11-9E85-5628-9E3BDB06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E3169-99D6-8742-95E8-9831BA7A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8ACA9-24DB-E520-12D8-DF8FF5C8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92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753E-DFA3-9A89-BD0D-A246E422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11AC53-B1DF-78EC-724B-EDE85060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E1BDF-71FE-5F11-36CB-CD281243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E77C3-B8F8-2CE4-0B95-3AAC0AD6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38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FB97B-E49B-0ADD-FEF7-917EA1BF7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473DF-C7D3-B44A-208E-3BD818AEC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4EB50-0300-E4F9-2A4F-4D77E552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77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DB60-17F9-6F27-40C1-DF4ED328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1378-0949-C37B-827A-106DE0EF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A0D29-E771-B64B-D93D-0001CCEE3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7D4AD-82D6-6050-4F33-8956A4A54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2944E-3147-26F6-5FF7-A59CC977A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16B1A-436B-345B-D5C6-4D00BFCF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14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745D-FA21-7E5F-834B-5816BC3F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B36A7-FDC3-753A-3F78-F4F019CD3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EA8CD-9E3B-D4F5-B7B6-00B98A64C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E8159-9579-D874-E195-D873EA77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77E72-546F-2F1D-8AAC-A556AE60E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27646-1ECB-B161-839E-299FCB6A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96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AF77-BADD-459E-52D5-4F5A3EEB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BF9C6-48D4-D92C-D9AD-31F4D7D07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8EFDB-DA33-29FB-EA4D-42636B1A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6A83D-F1EC-EC27-FC1D-07359DD2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83086-0FF2-311F-43AB-D1DA2E21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85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FF5C4-58D8-0F13-DE6A-2D5813CFF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B12E3-6D0E-8790-24F7-B83A55AC4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3611-D074-CEA8-6E58-C8ACE761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4CF31-AD1C-BDAE-C049-1DB57B4C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BE2E2-9731-3EB3-F81F-5E66C9EE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41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DEA43-459A-300F-A3B9-AC78D687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81DDB-967A-DDC9-9C6E-49E6BE6D3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DD9B-0B0B-7991-B14F-FCFAD0B03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02EC3-125D-4B96-A9FC-8ACFF9C82812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7E03C-8F3B-4C64-AB54-0CE0CB7AF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A8F2A-09D7-0243-3889-335C0FB26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54245-8BDA-4173-A0C0-B655AE8F8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51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BD8977-CFF4-8D59-0A68-1BEADC91EC9E}"/>
              </a:ext>
            </a:extLst>
          </p:cNvPr>
          <p:cNvSpPr/>
          <p:nvPr/>
        </p:nvSpPr>
        <p:spPr>
          <a:xfrm>
            <a:off x="4415799" y="551878"/>
            <a:ext cx="927463" cy="3483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Logits1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DF2152-35F1-3B92-1678-F5875F19C861}"/>
              </a:ext>
            </a:extLst>
          </p:cNvPr>
          <p:cNvSpPr/>
          <p:nvPr/>
        </p:nvSpPr>
        <p:spPr>
          <a:xfrm>
            <a:off x="6481620" y="1568521"/>
            <a:ext cx="1317168" cy="348343"/>
          </a:xfrm>
          <a:prstGeom prst="roundRect">
            <a:avLst/>
          </a:prstGeom>
          <a:solidFill>
            <a:srgbClr val="EC94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SoftMax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T=t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A3E9A6-7E33-57AA-D513-7110685083A1}"/>
              </a:ext>
            </a:extLst>
          </p:cNvPr>
          <p:cNvSpPr/>
          <p:nvPr/>
        </p:nvSpPr>
        <p:spPr>
          <a:xfrm>
            <a:off x="6224154" y="4222983"/>
            <a:ext cx="1198523" cy="348343"/>
          </a:xfrm>
          <a:prstGeom prst="roundRect">
            <a:avLst/>
          </a:prstGeom>
          <a:solidFill>
            <a:srgbClr val="EC94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SoftMax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T=t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1F1C87-320F-5A0B-61B9-C3C480138DED}"/>
              </a:ext>
            </a:extLst>
          </p:cNvPr>
          <p:cNvSpPr/>
          <p:nvPr/>
        </p:nvSpPr>
        <p:spPr>
          <a:xfrm>
            <a:off x="8409984" y="4190869"/>
            <a:ext cx="1087485" cy="4125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Soft targets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9D7B91-4EC7-1A16-CFC3-118D51B2780C}"/>
              </a:ext>
            </a:extLst>
          </p:cNvPr>
          <p:cNvSpPr/>
          <p:nvPr/>
        </p:nvSpPr>
        <p:spPr>
          <a:xfrm>
            <a:off x="8356094" y="2846899"/>
            <a:ext cx="1198523" cy="3813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Distillation Loss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9C04B9-9D64-6D82-1E43-9A0BB0E353C6}"/>
              </a:ext>
            </a:extLst>
          </p:cNvPr>
          <p:cNvSpPr/>
          <p:nvPr/>
        </p:nvSpPr>
        <p:spPr>
          <a:xfrm>
            <a:off x="4289880" y="4220812"/>
            <a:ext cx="927463" cy="3483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Logits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B75551-3BAD-EFF8-1902-E607A29C1913}"/>
              </a:ext>
            </a:extLst>
          </p:cNvPr>
          <p:cNvSpPr/>
          <p:nvPr/>
        </p:nvSpPr>
        <p:spPr>
          <a:xfrm>
            <a:off x="4399217" y="1576304"/>
            <a:ext cx="927463" cy="3483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Logits2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7D640D-6CD6-FB8B-E8F1-155427253813}"/>
              </a:ext>
            </a:extLst>
          </p:cNvPr>
          <p:cNvSpPr/>
          <p:nvPr/>
        </p:nvSpPr>
        <p:spPr>
          <a:xfrm>
            <a:off x="4415798" y="2486169"/>
            <a:ext cx="927463" cy="3483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Logits3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4248BB-3B6D-4EEC-FEA0-0AB79C7030B7}"/>
              </a:ext>
            </a:extLst>
          </p:cNvPr>
          <p:cNvSpPr/>
          <p:nvPr/>
        </p:nvSpPr>
        <p:spPr>
          <a:xfrm>
            <a:off x="8352838" y="1567484"/>
            <a:ext cx="1201779" cy="3483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Soft Targets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D977DF90-C486-BA19-72FA-AE1052F90E97}"/>
              </a:ext>
            </a:extLst>
          </p:cNvPr>
          <p:cNvSpPr/>
          <p:nvPr/>
        </p:nvSpPr>
        <p:spPr>
          <a:xfrm>
            <a:off x="5617031" y="1576303"/>
            <a:ext cx="419100" cy="348344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∑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BA10314-8DF5-169F-7EE3-ABD3F63C0B82}"/>
              </a:ext>
            </a:extLst>
          </p:cNvPr>
          <p:cNvGrpSpPr/>
          <p:nvPr/>
        </p:nvGrpSpPr>
        <p:grpSpPr>
          <a:xfrm>
            <a:off x="1594202" y="382842"/>
            <a:ext cx="807749" cy="2760225"/>
            <a:chOff x="1594202" y="382842"/>
            <a:chExt cx="807749" cy="276022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93A3A64-6A0D-9196-1B91-5A7441C88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0200" y="382842"/>
              <a:ext cx="548640" cy="58187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9546AAA-C814-C282-ABA4-963FCD98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866" y="461004"/>
              <a:ext cx="548640" cy="58187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DBD970E-250D-CF08-0B6D-7EBE29AE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278" y="539166"/>
              <a:ext cx="548640" cy="581874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5B99254-BD37-F6DE-FFDA-A1F566384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202" y="1304787"/>
              <a:ext cx="625937" cy="58187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4704AB7-4653-956B-0851-39BF05C08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108" y="1392751"/>
              <a:ext cx="625937" cy="58187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6E2061B-7CD8-1710-7B1B-95F8B48E8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6014" y="1461111"/>
              <a:ext cx="625937" cy="57873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DE29503-CA65-89CA-FFEF-6C78B0404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202" y="2305120"/>
              <a:ext cx="625937" cy="662019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4C23E23-F8C0-9224-04A7-0DD4DF909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7817" y="2393084"/>
              <a:ext cx="625937" cy="662019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935F381-A865-F26C-CEC7-7D0097683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6014" y="2481048"/>
              <a:ext cx="625937" cy="662019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C4AD0FB-F404-015D-4017-D5B3AF4B258A}"/>
              </a:ext>
            </a:extLst>
          </p:cNvPr>
          <p:cNvGrpSpPr/>
          <p:nvPr/>
        </p:nvGrpSpPr>
        <p:grpSpPr>
          <a:xfrm>
            <a:off x="2862004" y="396367"/>
            <a:ext cx="1018745" cy="665348"/>
            <a:chOff x="2682232" y="362464"/>
            <a:chExt cx="1018745" cy="66534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2EA040B-BDC3-219E-52CE-9FDD5C4FC9E9}"/>
                </a:ext>
              </a:extLst>
            </p:cNvPr>
            <p:cNvSpPr/>
            <p:nvPr/>
          </p:nvSpPr>
          <p:spPr>
            <a:xfrm>
              <a:off x="2682232" y="405182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C84FF34-EBF1-4F65-9AA1-4351601445BD}"/>
                </a:ext>
              </a:extLst>
            </p:cNvPr>
            <p:cNvSpPr/>
            <p:nvPr/>
          </p:nvSpPr>
          <p:spPr>
            <a:xfrm>
              <a:off x="2682232" y="362464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1EF6C2D-8DA3-C373-28B9-30E2BB438378}"/>
              </a:ext>
            </a:extLst>
          </p:cNvPr>
          <p:cNvGrpSpPr/>
          <p:nvPr/>
        </p:nvGrpSpPr>
        <p:grpSpPr>
          <a:xfrm>
            <a:off x="2890305" y="1406905"/>
            <a:ext cx="1063423" cy="665348"/>
            <a:chOff x="2682232" y="362464"/>
            <a:chExt cx="1018745" cy="665348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FC3F612-8E57-F481-4F4F-333769D96962}"/>
                </a:ext>
              </a:extLst>
            </p:cNvPr>
            <p:cNvSpPr/>
            <p:nvPr/>
          </p:nvSpPr>
          <p:spPr>
            <a:xfrm>
              <a:off x="2682232" y="405182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985420F-1E72-ABB2-AC49-512361766067}"/>
                </a:ext>
              </a:extLst>
            </p:cNvPr>
            <p:cNvSpPr/>
            <p:nvPr/>
          </p:nvSpPr>
          <p:spPr>
            <a:xfrm>
              <a:off x="2682232" y="362464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AD8709D-0DEF-9868-AAF0-5EE2A9B70207}"/>
              </a:ext>
            </a:extLst>
          </p:cNvPr>
          <p:cNvGrpSpPr/>
          <p:nvPr/>
        </p:nvGrpSpPr>
        <p:grpSpPr>
          <a:xfrm>
            <a:off x="2853735" y="2327666"/>
            <a:ext cx="1022081" cy="665348"/>
            <a:chOff x="2682232" y="362464"/>
            <a:chExt cx="1022081" cy="665348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E4148C6-9BC3-62EE-9D05-4E2CE80C7A72}"/>
                </a:ext>
              </a:extLst>
            </p:cNvPr>
            <p:cNvSpPr/>
            <p:nvPr/>
          </p:nvSpPr>
          <p:spPr>
            <a:xfrm>
              <a:off x="2682232" y="405182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0900EA7-62B0-1AD0-0DC6-4818C99F65BD}"/>
                </a:ext>
              </a:extLst>
            </p:cNvPr>
            <p:cNvSpPr/>
            <p:nvPr/>
          </p:nvSpPr>
          <p:spPr>
            <a:xfrm>
              <a:off x="2685568" y="362464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55C9EB4-9751-B6FC-EFB5-08F896749F76}"/>
              </a:ext>
            </a:extLst>
          </p:cNvPr>
          <p:cNvGrpSpPr/>
          <p:nvPr/>
        </p:nvGrpSpPr>
        <p:grpSpPr>
          <a:xfrm>
            <a:off x="2733477" y="4051965"/>
            <a:ext cx="1022081" cy="665348"/>
            <a:chOff x="2682232" y="362464"/>
            <a:chExt cx="1022081" cy="665348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BC18782-AD1A-E1E9-B0FF-3551CC94A620}"/>
                </a:ext>
              </a:extLst>
            </p:cNvPr>
            <p:cNvSpPr/>
            <p:nvPr/>
          </p:nvSpPr>
          <p:spPr>
            <a:xfrm>
              <a:off x="2682232" y="405182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5AC396F4-9166-FB46-43A1-D1189BBF3DE7}"/>
                </a:ext>
              </a:extLst>
            </p:cNvPr>
            <p:cNvSpPr/>
            <p:nvPr/>
          </p:nvSpPr>
          <p:spPr>
            <a:xfrm>
              <a:off x="2685568" y="362464"/>
              <a:ext cx="1018745" cy="622630"/>
            </a:xfrm>
            <a:prstGeom prst="roundRect">
              <a:avLst/>
            </a:prstGeom>
            <a:scene3d>
              <a:camera prst="isometricOffAxis1Top"/>
              <a:lightRig rig="threePt" dir="t"/>
            </a:scene3d>
            <a:sp3d>
              <a:bevelT prst="relaxedInse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5E32B46-54CD-8E5B-F042-B085FFD26157}"/>
              </a:ext>
            </a:extLst>
          </p:cNvPr>
          <p:cNvGrpSpPr/>
          <p:nvPr/>
        </p:nvGrpSpPr>
        <p:grpSpPr>
          <a:xfrm>
            <a:off x="1685108" y="3625128"/>
            <a:ext cx="678195" cy="2075852"/>
            <a:chOff x="1594202" y="382842"/>
            <a:chExt cx="807749" cy="2760225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01CE912-A1A5-9510-B490-DA6D14523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0200" y="382842"/>
              <a:ext cx="548640" cy="581874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FF43796-3F0C-722E-78C7-652FB5302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866" y="461004"/>
              <a:ext cx="548640" cy="581874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E16E8A0-7231-06C2-A7BC-1AD790366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278" y="539166"/>
              <a:ext cx="548640" cy="581874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67B7C93-11C6-0FB7-6B8A-B7157506C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202" y="1304787"/>
              <a:ext cx="625937" cy="58187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03AC490-5DC1-D39D-F663-992DF0D66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108" y="1392751"/>
              <a:ext cx="625937" cy="581875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22FEB8CA-F7CB-50F6-7D21-6AE8DC82B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6014" y="1461111"/>
              <a:ext cx="625937" cy="57873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06C82E5-7FEC-C7D5-C262-EFA975E3F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202" y="2305120"/>
              <a:ext cx="625937" cy="662019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901C0DA-ADC7-EA1B-A5D5-EFC4A97FF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7817" y="2393084"/>
              <a:ext cx="625937" cy="662019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494EE700-8602-AA1D-8149-27CE44F86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6014" y="2481048"/>
              <a:ext cx="625937" cy="662019"/>
            </a:xfrm>
            <a:prstGeom prst="rect">
              <a:avLst/>
            </a:prstGeom>
          </p:spPr>
        </p:pic>
      </p:grp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C2985E35-FC16-AED1-40AE-0672657CA1DD}"/>
              </a:ext>
            </a:extLst>
          </p:cNvPr>
          <p:cNvSpPr/>
          <p:nvPr/>
        </p:nvSpPr>
        <p:spPr>
          <a:xfrm>
            <a:off x="4498129" y="5278488"/>
            <a:ext cx="525544" cy="438704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∑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3F69CAE-9CC4-B594-820D-0FD488F20D46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3880749" y="726050"/>
            <a:ext cx="535050" cy="24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F7678A5-09E9-FE37-4A02-92658D26CF70}"/>
              </a:ext>
            </a:extLst>
          </p:cNvPr>
          <p:cNvCxnSpPr>
            <a:cxnSpLocks/>
            <a:stCxn id="48" idx="3"/>
            <a:endCxn id="16" idx="1"/>
          </p:cNvCxnSpPr>
          <p:nvPr/>
        </p:nvCxnSpPr>
        <p:spPr>
          <a:xfrm flipV="1">
            <a:off x="3872480" y="2660341"/>
            <a:ext cx="543318" cy="21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FEEB6A-4958-CCCE-CB68-8646712334FE}"/>
              </a:ext>
            </a:extLst>
          </p:cNvPr>
          <p:cNvCxnSpPr>
            <a:stCxn id="15" idx="3"/>
            <a:endCxn id="20" idx="2"/>
          </p:cNvCxnSpPr>
          <p:nvPr/>
        </p:nvCxnSpPr>
        <p:spPr>
          <a:xfrm flipV="1">
            <a:off x="5326680" y="1750475"/>
            <a:ext cx="2903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2BC5D4B-771E-46E3-54DC-55DCF93F4F59}"/>
              </a:ext>
            </a:extLst>
          </p:cNvPr>
          <p:cNvCxnSpPr>
            <a:cxnSpLocks/>
            <a:stCxn id="8" idx="3"/>
            <a:endCxn id="20" idx="0"/>
          </p:cNvCxnSpPr>
          <p:nvPr/>
        </p:nvCxnSpPr>
        <p:spPr>
          <a:xfrm>
            <a:off x="5343262" y="726050"/>
            <a:ext cx="483319" cy="850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F982218-3161-AB99-3547-BC9F923712CF}"/>
              </a:ext>
            </a:extLst>
          </p:cNvPr>
          <p:cNvCxnSpPr>
            <a:cxnSpLocks/>
            <a:stCxn id="16" idx="3"/>
            <a:endCxn id="20" idx="4"/>
          </p:cNvCxnSpPr>
          <p:nvPr/>
        </p:nvCxnSpPr>
        <p:spPr>
          <a:xfrm flipV="1">
            <a:off x="5343261" y="1924647"/>
            <a:ext cx="483320" cy="7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37DEB6C-65AD-B986-EC1E-378895A74BF2}"/>
              </a:ext>
            </a:extLst>
          </p:cNvPr>
          <p:cNvCxnSpPr>
            <a:stCxn id="20" idx="6"/>
            <a:endCxn id="9" idx="1"/>
          </p:cNvCxnSpPr>
          <p:nvPr/>
        </p:nvCxnSpPr>
        <p:spPr>
          <a:xfrm flipV="1">
            <a:off x="6036131" y="1742693"/>
            <a:ext cx="445489" cy="7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854194E-CB03-3153-A1A1-462BFB18301B}"/>
              </a:ext>
            </a:extLst>
          </p:cNvPr>
          <p:cNvCxnSpPr>
            <a:stCxn id="9" idx="3"/>
            <a:endCxn id="17" idx="1"/>
          </p:cNvCxnSpPr>
          <p:nvPr/>
        </p:nvCxnSpPr>
        <p:spPr>
          <a:xfrm flipV="1">
            <a:off x="7798788" y="1741656"/>
            <a:ext cx="554050" cy="1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594F9CD-DB30-6476-1DA9-C4C05AFE256C}"/>
              </a:ext>
            </a:extLst>
          </p:cNvPr>
          <p:cNvCxnSpPr>
            <a:stCxn id="17" idx="2"/>
            <a:endCxn id="13" idx="0"/>
          </p:cNvCxnSpPr>
          <p:nvPr/>
        </p:nvCxnSpPr>
        <p:spPr>
          <a:xfrm>
            <a:off x="8953728" y="1915827"/>
            <a:ext cx="1628" cy="931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3A54ABD-1E8D-6A1F-79D1-C1726E4044CC}"/>
              </a:ext>
            </a:extLst>
          </p:cNvPr>
          <p:cNvCxnSpPr>
            <a:cxnSpLocks/>
            <a:stCxn id="51" idx="3"/>
            <a:endCxn id="14" idx="1"/>
          </p:cNvCxnSpPr>
          <p:nvPr/>
        </p:nvCxnSpPr>
        <p:spPr>
          <a:xfrm flipV="1">
            <a:off x="3752222" y="4394984"/>
            <a:ext cx="537658" cy="110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E0CDEDB-F8C3-F458-05D1-EA20C31619DE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5217343" y="4394984"/>
            <a:ext cx="1006811" cy="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E7D9D91-A97A-AB93-ECF8-1E773186B0FA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 flipH="1">
            <a:off x="8953727" y="3228283"/>
            <a:ext cx="1629" cy="962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D6A61DA-6904-47B2-5291-90BC2087E18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422677" y="4397155"/>
            <a:ext cx="987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98A9C20-9686-940C-0CCB-F8C17315767E}"/>
              </a:ext>
            </a:extLst>
          </p:cNvPr>
          <p:cNvCxnSpPr>
            <a:cxnSpLocks/>
            <a:stCxn id="45" idx="3"/>
            <a:endCxn id="15" idx="1"/>
          </p:cNvCxnSpPr>
          <p:nvPr/>
        </p:nvCxnSpPr>
        <p:spPr>
          <a:xfrm flipV="1">
            <a:off x="3953728" y="1750476"/>
            <a:ext cx="445489" cy="10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049CB6C0-BF29-C436-4D5E-2422BB59D278}"/>
              </a:ext>
            </a:extLst>
          </p:cNvPr>
          <p:cNvSpPr/>
          <p:nvPr/>
        </p:nvSpPr>
        <p:spPr>
          <a:xfrm>
            <a:off x="6279672" y="5759684"/>
            <a:ext cx="1087485" cy="4125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Evaluate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B65C261F-9216-D1EB-A3FC-15BAF54C2512}"/>
              </a:ext>
            </a:extLst>
          </p:cNvPr>
          <p:cNvSpPr/>
          <p:nvPr/>
        </p:nvSpPr>
        <p:spPr>
          <a:xfrm>
            <a:off x="8221980" y="2636129"/>
            <a:ext cx="1531620" cy="792871"/>
          </a:xfrm>
          <a:prstGeom prst="round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D6D33AE2-7899-82AD-6DD3-FC1366202EB7}"/>
              </a:ext>
            </a:extLst>
          </p:cNvPr>
          <p:cNvSpPr/>
          <p:nvPr/>
        </p:nvSpPr>
        <p:spPr>
          <a:xfrm>
            <a:off x="1534954" y="3496310"/>
            <a:ext cx="945759" cy="2440080"/>
          </a:xfrm>
          <a:prstGeom prst="round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91156B66-BEDB-D825-8BF6-2578DB89CCB1}"/>
              </a:ext>
            </a:extLst>
          </p:cNvPr>
          <p:cNvSpPr/>
          <p:nvPr/>
        </p:nvSpPr>
        <p:spPr>
          <a:xfrm>
            <a:off x="2623589" y="4009562"/>
            <a:ext cx="1330139" cy="861727"/>
          </a:xfrm>
          <a:prstGeom prst="round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FB2AE559-AE17-BE10-3C17-D8F2731D30BF}"/>
              </a:ext>
            </a:extLst>
          </p:cNvPr>
          <p:cNvSpPr/>
          <p:nvPr/>
        </p:nvSpPr>
        <p:spPr>
          <a:xfrm>
            <a:off x="2645459" y="380144"/>
            <a:ext cx="3577067" cy="2952608"/>
          </a:xfrm>
          <a:prstGeom prst="round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D4C581A-3AE1-1ACB-5EE0-463D63562177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2343703" y="707682"/>
            <a:ext cx="518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FC372CE7-E135-26DE-9968-FBAE260F99C2}"/>
              </a:ext>
            </a:extLst>
          </p:cNvPr>
          <p:cNvCxnSpPr>
            <a:cxnSpLocks/>
            <a:stCxn id="31" idx="3"/>
            <a:endCxn id="45" idx="1"/>
          </p:cNvCxnSpPr>
          <p:nvPr/>
        </p:nvCxnSpPr>
        <p:spPr>
          <a:xfrm>
            <a:off x="2401951" y="1750476"/>
            <a:ext cx="488354" cy="10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C6D6B87-12B7-BF3C-9189-629130301392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401951" y="2681699"/>
            <a:ext cx="4517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63C71DC-7F94-A13B-29A7-FDD7099B1430}"/>
              </a:ext>
            </a:extLst>
          </p:cNvPr>
          <p:cNvCxnSpPr>
            <a:cxnSpLocks/>
            <a:endCxn id="146" idx="1"/>
          </p:cNvCxnSpPr>
          <p:nvPr/>
        </p:nvCxnSpPr>
        <p:spPr>
          <a:xfrm>
            <a:off x="2513457" y="4440426"/>
            <a:ext cx="1101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C448DAAC-A85A-3FA9-904E-42C78B646B56}"/>
              </a:ext>
            </a:extLst>
          </p:cNvPr>
          <p:cNvCxnSpPr>
            <a:cxnSpLocks/>
            <a:stCxn id="13" idx="3"/>
            <a:endCxn id="64" idx="6"/>
          </p:cNvCxnSpPr>
          <p:nvPr/>
        </p:nvCxnSpPr>
        <p:spPr>
          <a:xfrm flipH="1">
            <a:off x="5023673" y="3037591"/>
            <a:ext cx="4530944" cy="2460249"/>
          </a:xfrm>
          <a:prstGeom prst="bentConnector3">
            <a:avLst>
              <a:gd name="adj1" fmla="val -504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F7EDDE6A-0A98-6D49-D63B-1345FC0A73DB}"/>
              </a:ext>
            </a:extLst>
          </p:cNvPr>
          <p:cNvCxnSpPr>
            <a:cxnSpLocks/>
          </p:cNvCxnSpPr>
          <p:nvPr/>
        </p:nvCxnSpPr>
        <p:spPr>
          <a:xfrm rot="10800000">
            <a:off x="3197959" y="4537288"/>
            <a:ext cx="1305064" cy="963761"/>
          </a:xfrm>
          <a:prstGeom prst="bentConnector3">
            <a:avLst>
              <a:gd name="adj1" fmla="val 1002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F4EB6A83-8374-1BA4-E399-B92F6D3B4D9A}"/>
              </a:ext>
            </a:extLst>
          </p:cNvPr>
          <p:cNvCxnSpPr>
            <a:cxnSpLocks/>
            <a:endCxn id="143" idx="1"/>
          </p:cNvCxnSpPr>
          <p:nvPr/>
        </p:nvCxnSpPr>
        <p:spPr>
          <a:xfrm>
            <a:off x="3002280" y="4603441"/>
            <a:ext cx="3277392" cy="1362529"/>
          </a:xfrm>
          <a:prstGeom prst="bentConnector3">
            <a:avLst>
              <a:gd name="adj1" fmla="val -347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99FB1646-F633-B7F2-11E5-E10228806D64}"/>
              </a:ext>
            </a:extLst>
          </p:cNvPr>
          <p:cNvSpPr txBox="1"/>
          <p:nvPr/>
        </p:nvSpPr>
        <p:spPr>
          <a:xfrm>
            <a:off x="1434983" y="6018157"/>
            <a:ext cx="1551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Combined Inputs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8B15BEE8-2A75-AD23-0492-EA999ADEDDF3}"/>
              </a:ext>
            </a:extLst>
          </p:cNvPr>
          <p:cNvCxnSpPr/>
          <p:nvPr/>
        </p:nvCxnSpPr>
        <p:spPr>
          <a:xfrm flipH="1">
            <a:off x="8952100" y="1915827"/>
            <a:ext cx="1628" cy="954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71C7C16F-4AB1-28D3-7142-8C6E429A3744}"/>
              </a:ext>
            </a:extLst>
          </p:cNvPr>
          <p:cNvSpPr txBox="1"/>
          <p:nvPr/>
        </p:nvSpPr>
        <p:spPr>
          <a:xfrm>
            <a:off x="2763899" y="3998653"/>
            <a:ext cx="1136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Student Model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8A4BE43-AEA2-B20C-18C1-92B350C5B305}"/>
              </a:ext>
            </a:extLst>
          </p:cNvPr>
          <p:cNvSpPr txBox="1"/>
          <p:nvPr/>
        </p:nvSpPr>
        <p:spPr>
          <a:xfrm>
            <a:off x="3523425" y="6018157"/>
            <a:ext cx="1551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 Trained Student Model 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015A7BA-21D8-4114-7855-DCF5B609EC8F}"/>
              </a:ext>
            </a:extLst>
          </p:cNvPr>
          <p:cNvSpPr txBox="1"/>
          <p:nvPr/>
        </p:nvSpPr>
        <p:spPr>
          <a:xfrm>
            <a:off x="3628606" y="3361099"/>
            <a:ext cx="1340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Pre trained models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7ACEF63-1884-B253-B883-62ADBFCF4DFF}"/>
              </a:ext>
            </a:extLst>
          </p:cNvPr>
          <p:cNvSpPr txBox="1"/>
          <p:nvPr/>
        </p:nvSpPr>
        <p:spPr>
          <a:xfrm>
            <a:off x="8221980" y="3424126"/>
            <a:ext cx="1136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Distillation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87D173FE-4E09-ADC8-7872-FFAB49CC59FE}"/>
              </a:ext>
            </a:extLst>
          </p:cNvPr>
          <p:cNvSpPr txBox="1"/>
          <p:nvPr/>
        </p:nvSpPr>
        <p:spPr>
          <a:xfrm>
            <a:off x="2661785" y="3749287"/>
            <a:ext cx="1340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Model to be trained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894FDAD-28A6-DAB0-4EB9-8B8D4704C102}"/>
              </a:ext>
            </a:extLst>
          </p:cNvPr>
          <p:cNvSpPr txBox="1"/>
          <p:nvPr/>
        </p:nvSpPr>
        <p:spPr>
          <a:xfrm>
            <a:off x="3665043" y="5265534"/>
            <a:ext cx="462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err="1"/>
              <a:t>L</a:t>
            </a:r>
            <a:r>
              <a:rPr lang="en-IN" sz="500" i="1" dirty="0" err="1">
                <a:latin typeface="Agency FB" panose="020B0503020202020204" pitchFamily="34" charset="0"/>
              </a:rPr>
              <a:t>t</a:t>
            </a:r>
            <a:r>
              <a:rPr lang="en-IN" sz="500" i="1" dirty="0" err="1">
                <a:latin typeface="Calisto MT" panose="02040603050505030304" pitchFamily="18" charset="0"/>
              </a:rPr>
              <a:t>otal_w</a:t>
            </a:r>
            <a:endParaRPr lang="en-IN" sz="500" i="1" dirty="0">
              <a:latin typeface="Calisto MT" panose="02040603050505030304" pitchFamily="18" charset="0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BA186C2-A168-9BE9-D4C7-18558371CE95}"/>
              </a:ext>
            </a:extLst>
          </p:cNvPr>
          <p:cNvSpPr txBox="1"/>
          <p:nvPr/>
        </p:nvSpPr>
        <p:spPr>
          <a:xfrm>
            <a:off x="5438143" y="5252367"/>
            <a:ext cx="462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err="1"/>
              <a:t>L</a:t>
            </a:r>
            <a:r>
              <a:rPr lang="en-IN" sz="500" i="1" dirty="0" err="1">
                <a:latin typeface="Calisto MT" panose="02040603050505030304" pitchFamily="18" charset="0"/>
              </a:rPr>
              <a:t>distill_w</a:t>
            </a:r>
            <a:endParaRPr lang="en-IN" sz="500" i="1" dirty="0">
              <a:latin typeface="Calisto MT" panose="02040603050505030304" pitchFamily="18" charset="0"/>
            </a:endParaRP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ED1C6157-0234-F065-246B-9A17F25879A2}"/>
              </a:ext>
            </a:extLst>
          </p:cNvPr>
          <p:cNvCxnSpPr>
            <a:stCxn id="14" idx="2"/>
            <a:endCxn id="64" idx="0"/>
          </p:cNvCxnSpPr>
          <p:nvPr/>
        </p:nvCxnSpPr>
        <p:spPr>
          <a:xfrm>
            <a:off x="4753612" y="4569155"/>
            <a:ext cx="7289" cy="709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1FCB7B1A-F72B-20BE-A823-5F0DA9FD8DB4}"/>
              </a:ext>
            </a:extLst>
          </p:cNvPr>
          <p:cNvSpPr txBox="1"/>
          <p:nvPr/>
        </p:nvSpPr>
        <p:spPr>
          <a:xfrm>
            <a:off x="4733020" y="4798751"/>
            <a:ext cx="4622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err="1"/>
              <a:t>L</a:t>
            </a:r>
            <a:r>
              <a:rPr lang="en-IN" sz="500" i="1" dirty="0" err="1">
                <a:latin typeface="Calisto MT" panose="02040603050505030304" pitchFamily="18" charset="0"/>
              </a:rPr>
              <a:t>task_w</a:t>
            </a:r>
            <a:endParaRPr lang="en-IN" sz="500" i="1" dirty="0">
              <a:latin typeface="Calisto MT" panose="0204060305050503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7AA65-32D8-D7F5-2080-DC15255E4C49}"/>
              </a:ext>
            </a:extLst>
          </p:cNvPr>
          <p:cNvSpPr txBox="1"/>
          <p:nvPr/>
        </p:nvSpPr>
        <p:spPr>
          <a:xfrm>
            <a:off x="3242849" y="907002"/>
            <a:ext cx="762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6BD83-0D47-1105-6BDF-22741416825E}"/>
              </a:ext>
            </a:extLst>
          </p:cNvPr>
          <p:cNvSpPr txBox="1"/>
          <p:nvPr/>
        </p:nvSpPr>
        <p:spPr>
          <a:xfrm>
            <a:off x="3223921" y="2856628"/>
            <a:ext cx="762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D4D7F-E563-5914-CCB1-B31C1FEAA0BE}"/>
              </a:ext>
            </a:extLst>
          </p:cNvPr>
          <p:cNvSpPr txBox="1"/>
          <p:nvPr/>
        </p:nvSpPr>
        <p:spPr>
          <a:xfrm>
            <a:off x="3238508" y="1948992"/>
            <a:ext cx="762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T2</a:t>
            </a:r>
          </a:p>
        </p:txBody>
      </p:sp>
    </p:spTree>
    <p:extLst>
      <p:ext uri="{BB962C8B-B14F-4D97-AF65-F5344CB8AC3E}">
        <p14:creationId xmlns:p14="http://schemas.microsoft.com/office/powerpoint/2010/main" val="2181438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5583EC65-DA84-1873-F8C2-63D9EAFFDF94}"/>
              </a:ext>
            </a:extLst>
          </p:cNvPr>
          <p:cNvGrpSpPr/>
          <p:nvPr/>
        </p:nvGrpSpPr>
        <p:grpSpPr>
          <a:xfrm>
            <a:off x="7904927" y="3852012"/>
            <a:ext cx="3390900" cy="2072640"/>
            <a:chOff x="1310640" y="297180"/>
            <a:chExt cx="6728460" cy="375665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196976C-289A-9C43-29C2-6F392879DE7B}"/>
                </a:ext>
              </a:extLst>
            </p:cNvPr>
            <p:cNvSpPr/>
            <p:nvPr/>
          </p:nvSpPr>
          <p:spPr>
            <a:xfrm>
              <a:off x="1567543" y="1240971"/>
              <a:ext cx="408214" cy="203054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B6A19B-F8BA-9852-98AF-175F18DD3D7B}"/>
                </a:ext>
              </a:extLst>
            </p:cNvPr>
            <p:cNvSpPr/>
            <p:nvPr/>
          </p:nvSpPr>
          <p:spPr>
            <a:xfrm>
              <a:off x="2623456" y="914398"/>
              <a:ext cx="968830" cy="25146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045B8B1-0289-0805-C593-68CD0DD808BC}"/>
                </a:ext>
              </a:extLst>
            </p:cNvPr>
            <p:cNvSpPr/>
            <p:nvPr/>
          </p:nvSpPr>
          <p:spPr>
            <a:xfrm>
              <a:off x="2971800" y="996039"/>
              <a:ext cx="968830" cy="243296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FEFBA0B-0D9C-B9C9-5F46-C7AABD44FFDA}"/>
                </a:ext>
              </a:extLst>
            </p:cNvPr>
            <p:cNvSpPr/>
            <p:nvPr/>
          </p:nvSpPr>
          <p:spPr>
            <a:xfrm>
              <a:off x="4855028" y="889901"/>
              <a:ext cx="968830" cy="243296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4468C2-BF7A-BDFA-82D2-578791667D50}"/>
                </a:ext>
              </a:extLst>
            </p:cNvPr>
            <p:cNvSpPr/>
            <p:nvPr/>
          </p:nvSpPr>
          <p:spPr>
            <a:xfrm>
              <a:off x="3418840" y="1686560"/>
              <a:ext cx="173446" cy="16256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85FFDA-A7D2-C03E-117B-36DE8C6471C9}"/>
                </a:ext>
              </a:extLst>
            </p:cNvPr>
            <p:cNvSpPr/>
            <p:nvPr/>
          </p:nvSpPr>
          <p:spPr>
            <a:xfrm>
              <a:off x="5273040" y="2225040"/>
              <a:ext cx="86358" cy="914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7D5A535-8EAF-5049-3552-F3C73D753C33}"/>
                </a:ext>
              </a:extLst>
            </p:cNvPr>
            <p:cNvCxnSpPr/>
            <p:nvPr/>
          </p:nvCxnSpPr>
          <p:spPr>
            <a:xfrm>
              <a:off x="3592286" y="1686560"/>
              <a:ext cx="1680754" cy="5384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A65AA9F-36F8-1DA4-B696-550DEF9F1D90}"/>
                </a:ext>
              </a:extLst>
            </p:cNvPr>
            <p:cNvCxnSpPr>
              <a:cxnSpLocks/>
            </p:cNvCxnSpPr>
            <p:nvPr/>
          </p:nvCxnSpPr>
          <p:spPr>
            <a:xfrm>
              <a:off x="3592286" y="1849120"/>
              <a:ext cx="1680754" cy="4673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BBD71A5-6D83-9C35-3430-D441CE962F14}"/>
                </a:ext>
              </a:extLst>
            </p:cNvPr>
            <p:cNvCxnSpPr>
              <a:stCxn id="2" idx="3"/>
            </p:cNvCxnSpPr>
            <p:nvPr/>
          </p:nvCxnSpPr>
          <p:spPr>
            <a:xfrm>
              <a:off x="1975757" y="2256246"/>
              <a:ext cx="813163" cy="43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FADF74FB-B789-AC32-9DC1-6FA1C050BEF2}"/>
                </a:ext>
              </a:extLst>
            </p:cNvPr>
            <p:cNvSpPr/>
            <p:nvPr/>
          </p:nvSpPr>
          <p:spPr>
            <a:xfrm>
              <a:off x="6130110" y="2008956"/>
              <a:ext cx="289560" cy="307524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~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D9D787B-DBB3-D3E9-E88F-149A8C3EA6A6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>
              <a:off x="5679440" y="2162718"/>
              <a:ext cx="45067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A78E5A3-6F77-69A1-3A2F-11398591541A}"/>
                </a:ext>
              </a:extLst>
            </p:cNvPr>
            <p:cNvSpPr/>
            <p:nvPr/>
          </p:nvSpPr>
          <p:spPr>
            <a:xfrm>
              <a:off x="6840220" y="1790698"/>
              <a:ext cx="492760" cy="762000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87CC73-5A59-EBE2-A653-375022ECBE86}"/>
                </a:ext>
              </a:extLst>
            </p:cNvPr>
            <p:cNvCxnSpPr>
              <a:stCxn id="16" idx="6"/>
              <a:endCxn id="19" idx="1"/>
            </p:cNvCxnSpPr>
            <p:nvPr/>
          </p:nvCxnSpPr>
          <p:spPr>
            <a:xfrm>
              <a:off x="6419670" y="2162718"/>
              <a:ext cx="420550" cy="8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B42B94E3-AC29-F591-B3E2-4AF6541B3F4A}"/>
                </a:ext>
              </a:extLst>
            </p:cNvPr>
            <p:cNvSpPr/>
            <p:nvPr/>
          </p:nvSpPr>
          <p:spPr>
            <a:xfrm>
              <a:off x="6550660" y="2924718"/>
              <a:ext cx="289560" cy="307524"/>
            </a:xfrm>
            <a:prstGeom prst="flowChartConnector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X</a:t>
              </a:r>
            </a:p>
          </p:txBody>
        </p: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AF7E28A0-C7E3-9512-B2FE-87A6457DC7E0}"/>
                </a:ext>
              </a:extLst>
            </p:cNvPr>
            <p:cNvCxnSpPr>
              <a:stCxn id="19" idx="2"/>
              <a:endCxn id="25" idx="0"/>
            </p:cNvCxnSpPr>
            <p:nvPr/>
          </p:nvCxnSpPr>
          <p:spPr>
            <a:xfrm rot="5400000">
              <a:off x="6705010" y="2543128"/>
              <a:ext cx="372020" cy="391160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61CE115-F237-E09B-79F5-D07572E191FA}"/>
                </a:ext>
              </a:extLst>
            </p:cNvPr>
            <p:cNvSpPr/>
            <p:nvPr/>
          </p:nvSpPr>
          <p:spPr>
            <a:xfrm>
              <a:off x="7452360" y="2799080"/>
              <a:ext cx="391160" cy="55879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1E6A60E-81D6-D02A-4155-8CCED4253E56}"/>
                </a:ext>
              </a:extLst>
            </p:cNvPr>
            <p:cNvCxnSpPr>
              <a:stCxn id="25" idx="6"/>
              <a:endCxn id="30" idx="1"/>
            </p:cNvCxnSpPr>
            <p:nvPr/>
          </p:nvCxnSpPr>
          <p:spPr>
            <a:xfrm>
              <a:off x="6840220" y="3078480"/>
              <a:ext cx="6121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2CE7A2E-93E2-465B-A837-8017885B9134}"/>
                </a:ext>
              </a:extLst>
            </p:cNvPr>
            <p:cNvSpPr txBox="1"/>
            <p:nvPr/>
          </p:nvSpPr>
          <p:spPr>
            <a:xfrm rot="16200000">
              <a:off x="686623" y="1898760"/>
              <a:ext cx="2171870" cy="366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Channel-refined Feature(</a:t>
              </a:r>
              <a:r>
                <a:rPr lang="en-IN" sz="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F’)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3C6C30-B096-4C62-8CAD-3213D26A0C7C}"/>
                </a:ext>
              </a:extLst>
            </p:cNvPr>
            <p:cNvSpPr txBox="1"/>
            <p:nvPr/>
          </p:nvSpPr>
          <p:spPr>
            <a:xfrm>
              <a:off x="2382338" y="3346918"/>
              <a:ext cx="1962409" cy="362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IN" sz="7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AvgPool</a:t>
              </a:r>
              <a:r>
                <a:rPr lang="en-IN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MaxPool]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44026C8-F062-66BE-FD44-801342DE8C3A}"/>
                </a:ext>
              </a:extLst>
            </p:cNvPr>
            <p:cNvSpPr txBox="1"/>
            <p:nvPr/>
          </p:nvSpPr>
          <p:spPr>
            <a:xfrm rot="1095800">
              <a:off x="3941899" y="1642698"/>
              <a:ext cx="981527" cy="306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 Layer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22C347-7A9A-8721-AEA0-F42B8F6E4774}"/>
                </a:ext>
              </a:extLst>
            </p:cNvPr>
            <p:cNvSpPr txBox="1"/>
            <p:nvPr/>
          </p:nvSpPr>
          <p:spPr>
            <a:xfrm>
              <a:off x="3495583" y="348169"/>
              <a:ext cx="3339192" cy="446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Attention Module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D969486-C363-CD57-CF47-B18D0FE48253}"/>
                </a:ext>
              </a:extLst>
            </p:cNvPr>
            <p:cNvSpPr txBox="1"/>
            <p:nvPr/>
          </p:nvSpPr>
          <p:spPr>
            <a:xfrm>
              <a:off x="5866676" y="1586137"/>
              <a:ext cx="871581" cy="446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Attention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41EF167-81B0-DD36-5636-980998FF8AED}"/>
                </a:ext>
              </a:extLst>
            </p:cNvPr>
            <p:cNvSpPr txBox="1"/>
            <p:nvPr/>
          </p:nvSpPr>
          <p:spPr>
            <a:xfrm>
              <a:off x="6819165" y="1489290"/>
              <a:ext cx="502369" cy="306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IN" sz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IN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CD224A-D15F-1D7F-02A5-C8E8A22D005A}"/>
                </a:ext>
              </a:extLst>
            </p:cNvPr>
            <p:cNvSpPr txBox="1"/>
            <p:nvPr/>
          </p:nvSpPr>
          <p:spPr>
            <a:xfrm>
              <a:off x="6860569" y="3128245"/>
              <a:ext cx="612383" cy="390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F”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C4A1C13-F4D3-E4BC-671A-B0E4BC45BB3E}"/>
                </a:ext>
              </a:extLst>
            </p:cNvPr>
            <p:cNvSpPr txBox="1"/>
            <p:nvPr/>
          </p:nvSpPr>
          <p:spPr>
            <a:xfrm rot="16200000">
              <a:off x="6877062" y="1938436"/>
              <a:ext cx="1445789" cy="335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Feature Map</a:t>
              </a:r>
              <a:endParaRPr lang="en-IN" sz="5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F61CB9A6-AD71-FF70-CD11-8A9C21142C86}"/>
                </a:ext>
              </a:extLst>
            </p:cNvPr>
            <p:cNvSpPr/>
            <p:nvPr/>
          </p:nvSpPr>
          <p:spPr>
            <a:xfrm>
              <a:off x="1310640" y="297180"/>
              <a:ext cx="6728460" cy="3756658"/>
            </a:xfrm>
            <a:prstGeom prst="round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FEAE228-F66F-40FC-B2C1-3D3F78B2566C}"/>
              </a:ext>
            </a:extLst>
          </p:cNvPr>
          <p:cNvGrpSpPr/>
          <p:nvPr/>
        </p:nvGrpSpPr>
        <p:grpSpPr>
          <a:xfrm>
            <a:off x="797765" y="3239871"/>
            <a:ext cx="6644757" cy="2940388"/>
            <a:chOff x="797765" y="2720731"/>
            <a:chExt cx="6644757" cy="2940388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D21430F-5A16-1587-6621-64BC63551CFD}"/>
                </a:ext>
              </a:extLst>
            </p:cNvPr>
            <p:cNvGrpSpPr/>
            <p:nvPr/>
          </p:nvGrpSpPr>
          <p:grpSpPr>
            <a:xfrm>
              <a:off x="1127760" y="3429000"/>
              <a:ext cx="2783774" cy="2095682"/>
              <a:chOff x="1127760" y="3429000"/>
              <a:chExt cx="2783774" cy="2095682"/>
            </a:xfrm>
          </p:grpSpPr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D805C3EE-1463-DA92-3CE2-CAEC32EBC305}"/>
                  </a:ext>
                </a:extLst>
              </p:cNvPr>
              <p:cNvSpPr/>
              <p:nvPr/>
            </p:nvSpPr>
            <p:spPr>
              <a:xfrm>
                <a:off x="1127760" y="3429000"/>
                <a:ext cx="2783774" cy="20956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22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F303B865-4139-8283-BE4D-9DAA1800AE6D}"/>
                  </a:ext>
                </a:extLst>
              </p:cNvPr>
              <p:cNvGrpSpPr/>
              <p:nvPr/>
            </p:nvGrpSpPr>
            <p:grpSpPr>
              <a:xfrm>
                <a:off x="2309114" y="3533924"/>
                <a:ext cx="777241" cy="1871588"/>
                <a:chOff x="1135379" y="3378592"/>
                <a:chExt cx="777241" cy="1871588"/>
              </a:xfrm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1318ED63-0B67-6EB6-D62C-0F741E330903}"/>
                    </a:ext>
                  </a:extLst>
                </p:cNvPr>
                <p:cNvSpPr/>
                <p:nvPr/>
              </p:nvSpPr>
              <p:spPr>
                <a:xfrm>
                  <a:off x="1135379" y="3378592"/>
                  <a:ext cx="777241" cy="1871588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456EA76-46F8-7218-226A-6D514A0142F8}"/>
                    </a:ext>
                  </a:extLst>
                </p:cNvPr>
                <p:cNvSpPr/>
                <p:nvPr/>
              </p:nvSpPr>
              <p:spPr>
                <a:xfrm>
                  <a:off x="1197405" y="3550920"/>
                  <a:ext cx="323317" cy="15468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823E22D-CDBA-7AFC-A8A3-5B87BE8F2715}"/>
                    </a:ext>
                  </a:extLst>
                </p:cNvPr>
                <p:cNvSpPr/>
                <p:nvPr/>
              </p:nvSpPr>
              <p:spPr>
                <a:xfrm>
                  <a:off x="1530237" y="3550920"/>
                  <a:ext cx="323317" cy="154686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7210D43-4D76-01E5-8448-4852CC32F08C}"/>
                    </a:ext>
                  </a:extLst>
                </p:cNvPr>
                <p:cNvSpPr txBox="1"/>
                <p:nvPr/>
              </p:nvSpPr>
              <p:spPr>
                <a:xfrm rot="16200000">
                  <a:off x="703636" y="4154955"/>
                  <a:ext cx="132211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Conv2D(16,(3,3))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4A8E954-783A-44F0-ECC9-42F18E66F163}"/>
                    </a:ext>
                  </a:extLst>
                </p:cNvPr>
                <p:cNvSpPr txBox="1"/>
                <p:nvPr/>
              </p:nvSpPr>
              <p:spPr>
                <a:xfrm rot="16200000">
                  <a:off x="1157817" y="4223958"/>
                  <a:ext cx="10681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MaxPool (2,2)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A59D55F6-A16B-2E22-4F59-94A10AE0E476}"/>
                  </a:ext>
                </a:extLst>
              </p:cNvPr>
              <p:cNvGrpSpPr/>
              <p:nvPr/>
            </p:nvGrpSpPr>
            <p:grpSpPr>
              <a:xfrm>
                <a:off x="3265652" y="3536856"/>
                <a:ext cx="499649" cy="1871588"/>
                <a:chOff x="2161856" y="3412003"/>
                <a:chExt cx="499649" cy="1871588"/>
              </a:xfrm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7EBB3DCF-9C52-F56F-86A4-BEDFA6E78E20}"/>
                    </a:ext>
                  </a:extLst>
                </p:cNvPr>
                <p:cNvSpPr/>
                <p:nvPr/>
              </p:nvSpPr>
              <p:spPr>
                <a:xfrm>
                  <a:off x="2161856" y="3412003"/>
                  <a:ext cx="499649" cy="1871588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6C3F63E-16AA-633B-25F4-FDAD3BE4B01E}"/>
                    </a:ext>
                  </a:extLst>
                </p:cNvPr>
                <p:cNvSpPr/>
                <p:nvPr/>
              </p:nvSpPr>
              <p:spPr>
                <a:xfrm>
                  <a:off x="2230694" y="3589029"/>
                  <a:ext cx="323317" cy="154686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400FEC7-9861-E078-B464-173A9B20054C}"/>
                    </a:ext>
                  </a:extLst>
                </p:cNvPr>
                <p:cNvSpPr txBox="1"/>
                <p:nvPr/>
              </p:nvSpPr>
              <p:spPr>
                <a:xfrm rot="16200000">
                  <a:off x="1695576" y="4209298"/>
                  <a:ext cx="139355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Spatial Attention(2)</a:t>
                  </a:r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976410BD-0496-8566-49CD-E7CB4FDE5D5D}"/>
                  </a:ext>
                </a:extLst>
              </p:cNvPr>
              <p:cNvGrpSpPr/>
              <p:nvPr/>
            </p:nvGrpSpPr>
            <p:grpSpPr>
              <a:xfrm>
                <a:off x="1363880" y="3550920"/>
                <a:ext cx="777241" cy="1871588"/>
                <a:chOff x="1141616" y="3398520"/>
                <a:chExt cx="777241" cy="1871588"/>
              </a:xfrm>
              <a:noFill/>
            </p:grpSpPr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FAC8C4DA-785C-FC28-8D37-64105261C557}"/>
                    </a:ext>
                  </a:extLst>
                </p:cNvPr>
                <p:cNvSpPr/>
                <p:nvPr/>
              </p:nvSpPr>
              <p:spPr>
                <a:xfrm>
                  <a:off x="1141616" y="3398520"/>
                  <a:ext cx="777241" cy="1871588"/>
                </a:xfrm>
                <a:prstGeom prst="roundRect">
                  <a:avLst/>
                </a:prstGeom>
                <a:grp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39BADCDC-A680-1710-3252-38A06BF619C5}"/>
                    </a:ext>
                  </a:extLst>
                </p:cNvPr>
                <p:cNvSpPr/>
                <p:nvPr/>
              </p:nvSpPr>
              <p:spPr>
                <a:xfrm>
                  <a:off x="1197405" y="3550920"/>
                  <a:ext cx="323317" cy="15468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36D0026E-D14F-0097-E6D5-32A2E4B9CD49}"/>
                    </a:ext>
                  </a:extLst>
                </p:cNvPr>
                <p:cNvSpPr/>
                <p:nvPr/>
              </p:nvSpPr>
              <p:spPr>
                <a:xfrm>
                  <a:off x="1530237" y="3550920"/>
                  <a:ext cx="323317" cy="154686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78B0A164-5298-DDD6-2E65-EC917298950C}"/>
                    </a:ext>
                  </a:extLst>
                </p:cNvPr>
                <p:cNvSpPr txBox="1"/>
                <p:nvPr/>
              </p:nvSpPr>
              <p:spPr>
                <a:xfrm rot="16200000">
                  <a:off x="772639" y="4223959"/>
                  <a:ext cx="1184113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Conv2D(8,(3,3))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2E5AB04-34AC-6427-2F2B-65AA1CCE3238}"/>
                    </a:ext>
                  </a:extLst>
                </p:cNvPr>
                <p:cNvSpPr txBox="1"/>
                <p:nvPr/>
              </p:nvSpPr>
              <p:spPr>
                <a:xfrm rot="16200000">
                  <a:off x="1157817" y="4223958"/>
                  <a:ext cx="1068155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MaxPool (2,2)</a:t>
                  </a:r>
                </a:p>
              </p:txBody>
            </p:sp>
          </p:grp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9D234B89-7129-BC40-9923-7056757B0E66}"/>
                  </a:ext>
                </a:extLst>
              </p:cNvPr>
              <p:cNvCxnSpPr>
                <a:stCxn id="66" idx="3"/>
                <a:endCxn id="54" idx="1"/>
              </p:cNvCxnSpPr>
              <p:nvPr/>
            </p:nvCxnSpPr>
            <p:spPr>
              <a:xfrm flipV="1">
                <a:off x="2141121" y="4469718"/>
                <a:ext cx="167993" cy="1699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668066E9-1C7D-DE70-5719-58DF411D24AF}"/>
                  </a:ext>
                </a:extLst>
              </p:cNvPr>
              <p:cNvCxnSpPr>
                <a:stCxn id="54" idx="3"/>
                <a:endCxn id="58" idx="1"/>
              </p:cNvCxnSpPr>
              <p:nvPr/>
            </p:nvCxnSpPr>
            <p:spPr>
              <a:xfrm>
                <a:off x="3086355" y="4469718"/>
                <a:ext cx="179297" cy="293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CDDE8B5F-94FF-DC92-437C-DDF92B9B1A11}"/>
                </a:ext>
              </a:extLst>
            </p:cNvPr>
            <p:cNvGrpSpPr/>
            <p:nvPr/>
          </p:nvGrpSpPr>
          <p:grpSpPr>
            <a:xfrm>
              <a:off x="4451815" y="3438873"/>
              <a:ext cx="2783774" cy="2095682"/>
              <a:chOff x="1127760" y="3429000"/>
              <a:chExt cx="2783774" cy="2095682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D84265D2-E6B2-B36B-90CD-A80B04524924}"/>
                  </a:ext>
                </a:extLst>
              </p:cNvPr>
              <p:cNvSpPr/>
              <p:nvPr/>
            </p:nvSpPr>
            <p:spPr>
              <a:xfrm>
                <a:off x="1127760" y="3429000"/>
                <a:ext cx="2783774" cy="20956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22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370069ED-822E-808D-C733-89041D8BE393}"/>
                  </a:ext>
                </a:extLst>
              </p:cNvPr>
              <p:cNvGrpSpPr/>
              <p:nvPr/>
            </p:nvGrpSpPr>
            <p:grpSpPr>
              <a:xfrm>
                <a:off x="2309114" y="3533924"/>
                <a:ext cx="777241" cy="1871588"/>
                <a:chOff x="1135379" y="3378592"/>
                <a:chExt cx="777241" cy="1871588"/>
              </a:xfrm>
            </p:grpSpPr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5F390100-2ECC-B171-F534-B4E236BE0739}"/>
                    </a:ext>
                  </a:extLst>
                </p:cNvPr>
                <p:cNvSpPr/>
                <p:nvPr/>
              </p:nvSpPr>
              <p:spPr>
                <a:xfrm>
                  <a:off x="1135379" y="3378592"/>
                  <a:ext cx="777241" cy="1871588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E2CADFEF-4610-1C73-A350-E08E1D5E9A34}"/>
                    </a:ext>
                  </a:extLst>
                </p:cNvPr>
                <p:cNvSpPr/>
                <p:nvPr/>
              </p:nvSpPr>
              <p:spPr>
                <a:xfrm>
                  <a:off x="1197405" y="3550920"/>
                  <a:ext cx="323317" cy="15468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C7A221B4-61EC-31BC-E085-AC39F4E3AD6F}"/>
                    </a:ext>
                  </a:extLst>
                </p:cNvPr>
                <p:cNvSpPr/>
                <p:nvPr/>
              </p:nvSpPr>
              <p:spPr>
                <a:xfrm>
                  <a:off x="1530237" y="3550920"/>
                  <a:ext cx="323317" cy="154686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E7D408C-43AE-6543-6BC7-D3A0445F275C}"/>
                    </a:ext>
                  </a:extLst>
                </p:cNvPr>
                <p:cNvSpPr txBox="1"/>
                <p:nvPr/>
              </p:nvSpPr>
              <p:spPr>
                <a:xfrm rot="16200000">
                  <a:off x="703636" y="4154955"/>
                  <a:ext cx="132211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Conv2D(16,(5,5))</a:t>
                  </a: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EED5B416-876E-05E9-58F8-18F592669403}"/>
                    </a:ext>
                  </a:extLst>
                </p:cNvPr>
                <p:cNvSpPr txBox="1"/>
                <p:nvPr/>
              </p:nvSpPr>
              <p:spPr>
                <a:xfrm rot="16200000">
                  <a:off x="1157817" y="4223958"/>
                  <a:ext cx="10681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MaxPool (2,2)</a:t>
                  </a: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4FB5BBD7-6AD6-4583-0989-04F567077B51}"/>
                  </a:ext>
                </a:extLst>
              </p:cNvPr>
              <p:cNvGrpSpPr/>
              <p:nvPr/>
            </p:nvGrpSpPr>
            <p:grpSpPr>
              <a:xfrm>
                <a:off x="3265652" y="3536856"/>
                <a:ext cx="499649" cy="1871588"/>
                <a:chOff x="2161856" y="3412003"/>
                <a:chExt cx="499649" cy="1871588"/>
              </a:xfrm>
            </p:grpSpPr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FDE14DDE-2004-5F8F-F336-A3D19CF6FCD5}"/>
                    </a:ext>
                  </a:extLst>
                </p:cNvPr>
                <p:cNvSpPr/>
                <p:nvPr/>
              </p:nvSpPr>
              <p:spPr>
                <a:xfrm>
                  <a:off x="2161856" y="3412003"/>
                  <a:ext cx="499649" cy="1871588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FFC160F0-3388-94EC-F4F5-FE00E0487AF2}"/>
                    </a:ext>
                  </a:extLst>
                </p:cNvPr>
                <p:cNvSpPr/>
                <p:nvPr/>
              </p:nvSpPr>
              <p:spPr>
                <a:xfrm>
                  <a:off x="2230694" y="3589029"/>
                  <a:ext cx="323317" cy="154686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23B2217-690B-7BE0-7493-E0A18438BE30}"/>
                    </a:ext>
                  </a:extLst>
                </p:cNvPr>
                <p:cNvSpPr txBox="1"/>
                <p:nvPr/>
              </p:nvSpPr>
              <p:spPr>
                <a:xfrm rot="16200000">
                  <a:off x="1695576" y="4209298"/>
                  <a:ext cx="139355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Spatial Attention(2)</a:t>
                  </a: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CC2733F2-7402-E903-0700-3A530EF63CC0}"/>
                  </a:ext>
                </a:extLst>
              </p:cNvPr>
              <p:cNvGrpSpPr/>
              <p:nvPr/>
            </p:nvGrpSpPr>
            <p:grpSpPr>
              <a:xfrm>
                <a:off x="1363880" y="3550920"/>
                <a:ext cx="777241" cy="1871588"/>
                <a:chOff x="1141616" y="3398520"/>
                <a:chExt cx="777241" cy="1871588"/>
              </a:xfrm>
              <a:noFill/>
            </p:grpSpPr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36A642E5-864A-D71B-4C82-1537E15EC7E0}"/>
                    </a:ext>
                  </a:extLst>
                </p:cNvPr>
                <p:cNvSpPr/>
                <p:nvPr/>
              </p:nvSpPr>
              <p:spPr>
                <a:xfrm>
                  <a:off x="1141616" y="3398520"/>
                  <a:ext cx="777241" cy="1871588"/>
                </a:xfrm>
                <a:prstGeom prst="roundRect">
                  <a:avLst/>
                </a:prstGeom>
                <a:grp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9276CA4C-B456-7DFF-C3C4-8ADFDFDF2F3B}"/>
                    </a:ext>
                  </a:extLst>
                </p:cNvPr>
                <p:cNvSpPr/>
                <p:nvPr/>
              </p:nvSpPr>
              <p:spPr>
                <a:xfrm>
                  <a:off x="1197405" y="3550920"/>
                  <a:ext cx="323317" cy="15468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80412447-3510-9920-BA19-F9B0AB77C2DD}"/>
                    </a:ext>
                  </a:extLst>
                </p:cNvPr>
                <p:cNvSpPr/>
                <p:nvPr/>
              </p:nvSpPr>
              <p:spPr>
                <a:xfrm>
                  <a:off x="1530237" y="3550920"/>
                  <a:ext cx="323317" cy="154686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805CE6E-79E5-7D0D-ADF2-AC50D2E15A0C}"/>
                    </a:ext>
                  </a:extLst>
                </p:cNvPr>
                <p:cNvSpPr txBox="1"/>
                <p:nvPr/>
              </p:nvSpPr>
              <p:spPr>
                <a:xfrm rot="16200000">
                  <a:off x="772639" y="4223959"/>
                  <a:ext cx="1184113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Conv2D(8,(5,5))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9C72586C-EB34-DA1E-EF20-E5074EE1FDBB}"/>
                    </a:ext>
                  </a:extLst>
                </p:cNvPr>
                <p:cNvSpPr txBox="1"/>
                <p:nvPr/>
              </p:nvSpPr>
              <p:spPr>
                <a:xfrm rot="16200000">
                  <a:off x="1157817" y="4223958"/>
                  <a:ext cx="1068155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MaxPool (2,2)</a:t>
                  </a:r>
                </a:p>
              </p:txBody>
            </p:sp>
          </p:grp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3D983DAD-B81A-39F4-27BF-90CE52148584}"/>
                  </a:ext>
                </a:extLst>
              </p:cNvPr>
              <p:cNvCxnSpPr>
                <a:stCxn id="105" idx="3"/>
                <a:endCxn id="113" idx="1"/>
              </p:cNvCxnSpPr>
              <p:nvPr/>
            </p:nvCxnSpPr>
            <p:spPr>
              <a:xfrm flipV="1">
                <a:off x="2141121" y="4469718"/>
                <a:ext cx="167993" cy="1699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F1A9C0DA-B141-148B-9835-D4116171CB42}"/>
                  </a:ext>
                </a:extLst>
              </p:cNvPr>
              <p:cNvCxnSpPr>
                <a:stCxn id="113" idx="3"/>
                <a:endCxn id="110" idx="1"/>
              </p:cNvCxnSpPr>
              <p:nvPr/>
            </p:nvCxnSpPr>
            <p:spPr>
              <a:xfrm>
                <a:off x="3086355" y="4469718"/>
                <a:ext cx="179297" cy="293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22C3A86-2E3D-56DC-8AD8-AE1B10BC6B8A}"/>
                </a:ext>
              </a:extLst>
            </p:cNvPr>
            <p:cNvSpPr txBox="1"/>
            <p:nvPr/>
          </p:nvSpPr>
          <p:spPr>
            <a:xfrm>
              <a:off x="2240130" y="3095243"/>
              <a:ext cx="87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Head 1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6F01ECF-8666-6FDA-8C90-1D76D0DB07F8}"/>
                </a:ext>
              </a:extLst>
            </p:cNvPr>
            <p:cNvSpPr txBox="1"/>
            <p:nvPr/>
          </p:nvSpPr>
          <p:spPr>
            <a:xfrm>
              <a:off x="5581962" y="3092574"/>
              <a:ext cx="871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Head 2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3EDA230-00DE-D915-B760-A90D9C072ED3}"/>
                </a:ext>
              </a:extLst>
            </p:cNvPr>
            <p:cNvSpPr/>
            <p:nvPr/>
          </p:nvSpPr>
          <p:spPr>
            <a:xfrm>
              <a:off x="797765" y="3092574"/>
              <a:ext cx="6644757" cy="2568545"/>
            </a:xfrm>
            <a:prstGeom prst="rect">
              <a:avLst/>
            </a:prstGeom>
            <a:noFill/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8C3DBB9-52F5-C1D9-B935-28143DFFE2CF}"/>
                </a:ext>
              </a:extLst>
            </p:cNvPr>
            <p:cNvSpPr txBox="1"/>
            <p:nvPr/>
          </p:nvSpPr>
          <p:spPr>
            <a:xfrm>
              <a:off x="2603952" y="2720731"/>
              <a:ext cx="349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Convolution Head Architecture</a:t>
              </a:r>
            </a:p>
          </p:txBody>
        </p:sp>
      </p:grp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F5126AEE-52E4-D16A-5F18-4DFDFFF6CC4A}"/>
              </a:ext>
            </a:extLst>
          </p:cNvPr>
          <p:cNvCxnSpPr>
            <a:cxnSpLocks/>
            <a:stCxn id="110" idx="0"/>
            <a:endCxn id="46" idx="0"/>
          </p:cNvCxnSpPr>
          <p:nvPr/>
        </p:nvCxnSpPr>
        <p:spPr>
          <a:xfrm rot="5400000" flipH="1" flipV="1">
            <a:off x="8113026" y="2578519"/>
            <a:ext cx="213857" cy="2760845"/>
          </a:xfrm>
          <a:prstGeom prst="bentConnector3">
            <a:avLst>
              <a:gd name="adj1" fmla="val 29890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CCAEF57B-4E3C-AB55-7CCB-6CDF5EFCAAE4}"/>
              </a:ext>
            </a:extLst>
          </p:cNvPr>
          <p:cNvSpPr txBox="1"/>
          <p:nvPr/>
        </p:nvSpPr>
        <p:spPr>
          <a:xfrm>
            <a:off x="6983387" y="3053772"/>
            <a:ext cx="260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Spatial Attention Module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D3F0007-AAC9-6F0D-2D31-30CFC91E2E24}"/>
              </a:ext>
            </a:extLst>
          </p:cNvPr>
          <p:cNvSpPr txBox="1"/>
          <p:nvPr/>
        </p:nvSpPr>
        <p:spPr>
          <a:xfrm>
            <a:off x="7674014" y="5972363"/>
            <a:ext cx="4375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Element-wise-multiplication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Function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BA2DBCC-4E5A-2064-971E-68FE943E42EB}"/>
              </a:ext>
            </a:extLst>
          </p:cNvPr>
          <p:cNvCxnSpPr>
            <a:cxnSpLocks/>
          </p:cNvCxnSpPr>
          <p:nvPr/>
        </p:nvCxnSpPr>
        <p:spPr>
          <a:xfrm>
            <a:off x="3893152" y="2433736"/>
            <a:ext cx="18382" cy="11754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39CE2D9-271E-761C-4C22-C3C67932D1AE}"/>
              </a:ext>
            </a:extLst>
          </p:cNvPr>
          <p:cNvGrpSpPr/>
          <p:nvPr/>
        </p:nvGrpSpPr>
        <p:grpSpPr>
          <a:xfrm>
            <a:off x="1604509" y="1212979"/>
            <a:ext cx="4272035" cy="1359257"/>
            <a:chOff x="1604509" y="1212979"/>
            <a:chExt cx="4272035" cy="1359257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5DBCC0BF-5D75-88BA-4D14-C1D6E2DDE1FB}"/>
                </a:ext>
              </a:extLst>
            </p:cNvPr>
            <p:cNvGrpSpPr/>
            <p:nvPr/>
          </p:nvGrpSpPr>
          <p:grpSpPr>
            <a:xfrm>
              <a:off x="1604509" y="1245158"/>
              <a:ext cx="2867141" cy="1327078"/>
              <a:chOff x="1604509" y="1245158"/>
              <a:chExt cx="2867141" cy="1327078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7BEABB31-2105-2E5C-0EA6-FF4A4F2D45FD}"/>
                  </a:ext>
                </a:extLst>
              </p:cNvPr>
              <p:cNvGrpSpPr/>
              <p:nvPr/>
            </p:nvGrpSpPr>
            <p:grpSpPr>
              <a:xfrm>
                <a:off x="3334490" y="1292215"/>
                <a:ext cx="1137160" cy="956745"/>
                <a:chOff x="5149340" y="294881"/>
                <a:chExt cx="1137160" cy="956745"/>
              </a:xfrm>
            </p:grpSpPr>
            <p:sp>
              <p:nvSpPr>
                <p:cNvPr id="135" name="Rectangle: Rounded Corners 134">
                  <a:extLst>
                    <a:ext uri="{FF2B5EF4-FFF2-40B4-BE49-F238E27FC236}">
                      <a16:creationId xmlns:a16="http://schemas.microsoft.com/office/drawing/2014/main" id="{B497E040-47BF-B415-71DB-510D1179560D}"/>
                    </a:ext>
                  </a:extLst>
                </p:cNvPr>
                <p:cNvSpPr/>
                <p:nvPr/>
              </p:nvSpPr>
              <p:spPr>
                <a:xfrm>
                  <a:off x="5149340" y="294881"/>
                  <a:ext cx="1137160" cy="956745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  <a:alpha val="97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136" name="Rectangle: Rounded Corners 135">
                  <a:extLst>
                    <a:ext uri="{FF2B5EF4-FFF2-40B4-BE49-F238E27FC236}">
                      <a16:creationId xmlns:a16="http://schemas.microsoft.com/office/drawing/2014/main" id="{7F39BD82-AB73-021B-896B-A0C577F7F388}"/>
                    </a:ext>
                  </a:extLst>
                </p:cNvPr>
                <p:cNvSpPr/>
                <p:nvPr/>
              </p:nvSpPr>
              <p:spPr>
                <a:xfrm>
                  <a:off x="5265075" y="462305"/>
                  <a:ext cx="905690" cy="234334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>
                      <a:solidFill>
                        <a:schemeClr val="tx1"/>
                      </a:solidFill>
                    </a:rPr>
                    <a:t>Head 1</a:t>
                  </a:r>
                </a:p>
              </p:txBody>
            </p:sp>
            <p:sp>
              <p:nvSpPr>
                <p:cNvPr id="137" name="Rectangle: Rounded Corners 136">
                  <a:extLst>
                    <a:ext uri="{FF2B5EF4-FFF2-40B4-BE49-F238E27FC236}">
                      <a16:creationId xmlns:a16="http://schemas.microsoft.com/office/drawing/2014/main" id="{00A7B37D-616A-FD2F-83B3-A3DB7B722DFB}"/>
                    </a:ext>
                  </a:extLst>
                </p:cNvPr>
                <p:cNvSpPr/>
                <p:nvPr/>
              </p:nvSpPr>
              <p:spPr>
                <a:xfrm>
                  <a:off x="5265075" y="849817"/>
                  <a:ext cx="916869" cy="234334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>
                      <a:solidFill>
                        <a:schemeClr val="tx1"/>
                      </a:solidFill>
                    </a:rPr>
                    <a:t>Head 2</a:t>
                  </a: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29FD41C8-89B9-148D-E508-E0AFB9706148}"/>
                  </a:ext>
                </a:extLst>
              </p:cNvPr>
              <p:cNvGrpSpPr/>
              <p:nvPr/>
            </p:nvGrpSpPr>
            <p:grpSpPr>
              <a:xfrm>
                <a:off x="1604509" y="1245158"/>
                <a:ext cx="1137160" cy="1327078"/>
                <a:chOff x="1604509" y="1245158"/>
                <a:chExt cx="1137160" cy="1327078"/>
              </a:xfrm>
            </p:grpSpPr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07DB612B-FA44-AE88-E925-FBACC9782B63}"/>
                    </a:ext>
                  </a:extLst>
                </p:cNvPr>
                <p:cNvSpPr/>
                <p:nvPr/>
              </p:nvSpPr>
              <p:spPr>
                <a:xfrm>
                  <a:off x="1604509" y="1245158"/>
                  <a:ext cx="1137160" cy="1058919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  <a:alpha val="97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EF34F2D8-5BC8-0958-9818-92CFE2CFC14F}"/>
                    </a:ext>
                  </a:extLst>
                </p:cNvPr>
                <p:cNvSpPr/>
                <p:nvPr/>
              </p:nvSpPr>
              <p:spPr>
                <a:xfrm>
                  <a:off x="2052658" y="1602948"/>
                  <a:ext cx="524256" cy="48768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728539E-29AE-A457-916C-43D3FE7A9F7F}"/>
                    </a:ext>
                  </a:extLst>
                </p:cNvPr>
                <p:cNvSpPr/>
                <p:nvPr/>
              </p:nvSpPr>
              <p:spPr>
                <a:xfrm>
                  <a:off x="1929870" y="1526748"/>
                  <a:ext cx="524256" cy="48768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9463FDC3-D11B-19C4-A5A3-33F31FC34091}"/>
                    </a:ext>
                  </a:extLst>
                </p:cNvPr>
                <p:cNvSpPr/>
                <p:nvPr/>
              </p:nvSpPr>
              <p:spPr>
                <a:xfrm>
                  <a:off x="1813690" y="1445955"/>
                  <a:ext cx="524256" cy="48768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EA379C5E-8B0D-8E4D-10ED-F72FE84233A7}"/>
                    </a:ext>
                  </a:extLst>
                </p:cNvPr>
                <p:cNvSpPr/>
                <p:nvPr/>
              </p:nvSpPr>
              <p:spPr>
                <a:xfrm>
                  <a:off x="1715874" y="1366868"/>
                  <a:ext cx="524256" cy="48768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2" name="Isosceles Triangle 141">
                  <a:extLst>
                    <a:ext uri="{FF2B5EF4-FFF2-40B4-BE49-F238E27FC236}">
                      <a16:creationId xmlns:a16="http://schemas.microsoft.com/office/drawing/2014/main" id="{8BF6103D-82D4-F5A1-8E22-7F79581CB3BC}"/>
                    </a:ext>
                  </a:extLst>
                </p:cNvPr>
                <p:cNvSpPr/>
                <p:nvPr/>
              </p:nvSpPr>
              <p:spPr>
                <a:xfrm rot="5400000">
                  <a:off x="1872514" y="1509310"/>
                  <a:ext cx="219332" cy="187276"/>
                </a:xfrm>
                <a:prstGeom prst="triangle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CD2C0193-3F7D-8990-A0BE-E742914EB9B6}"/>
                    </a:ext>
                  </a:extLst>
                </p:cNvPr>
                <p:cNvSpPr txBox="1"/>
                <p:nvPr/>
              </p:nvSpPr>
              <p:spPr>
                <a:xfrm>
                  <a:off x="1752500" y="2036947"/>
                  <a:ext cx="80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128 x 128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C9E1135-3096-DAE4-6E03-62957163BF31}"/>
                    </a:ext>
                  </a:extLst>
                </p:cNvPr>
                <p:cNvSpPr txBox="1"/>
                <p:nvPr/>
              </p:nvSpPr>
              <p:spPr>
                <a:xfrm>
                  <a:off x="1828941" y="2295237"/>
                  <a:ext cx="57099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Image</a:t>
                  </a:r>
                </a:p>
              </p:txBody>
            </p:sp>
          </p:grp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379C2256-FD7E-A73E-8F17-E1A8C2C6DBEA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V="1">
                <a:off x="2741669" y="1769827"/>
                <a:ext cx="370149" cy="47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nector: Elbow 152">
                <a:extLst>
                  <a:ext uri="{FF2B5EF4-FFF2-40B4-BE49-F238E27FC236}">
                    <a16:creationId xmlns:a16="http://schemas.microsoft.com/office/drawing/2014/main" id="{80E42798-72B9-9B54-C8D2-D4E007CF14A4}"/>
                  </a:ext>
                </a:extLst>
              </p:cNvPr>
              <p:cNvCxnSpPr>
                <a:cxnSpLocks/>
                <a:endCxn id="136" idx="1"/>
              </p:cNvCxnSpPr>
              <p:nvPr/>
            </p:nvCxnSpPr>
            <p:spPr>
              <a:xfrm flipV="1">
                <a:off x="3067030" y="1576806"/>
                <a:ext cx="383195" cy="193781"/>
              </a:xfrm>
              <a:prstGeom prst="bentConnector3">
                <a:avLst>
                  <a:gd name="adj1" fmla="val 5457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Connector: Elbow 157">
                <a:extLst>
                  <a:ext uri="{FF2B5EF4-FFF2-40B4-BE49-F238E27FC236}">
                    <a16:creationId xmlns:a16="http://schemas.microsoft.com/office/drawing/2014/main" id="{0A0B11E2-C452-23D9-95E3-1FEB6A40B840}"/>
                  </a:ext>
                </a:extLst>
              </p:cNvPr>
              <p:cNvCxnSpPr>
                <a:endCxn id="137" idx="1"/>
              </p:cNvCxnSpPr>
              <p:nvPr/>
            </p:nvCxnSpPr>
            <p:spPr>
              <a:xfrm>
                <a:off x="3111818" y="1769827"/>
                <a:ext cx="338407" cy="194491"/>
              </a:xfrm>
              <a:prstGeom prst="bentConnector3">
                <a:avLst>
                  <a:gd name="adj1" fmla="val -5843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3" name="Connector: Elbow 162">
              <a:extLst>
                <a:ext uri="{FF2B5EF4-FFF2-40B4-BE49-F238E27FC236}">
                  <a16:creationId xmlns:a16="http://schemas.microsoft.com/office/drawing/2014/main" id="{0DD145DB-A52C-1610-2E2A-F09ADA1DDCC0}"/>
                </a:ext>
              </a:extLst>
            </p:cNvPr>
            <p:cNvCxnSpPr>
              <a:stCxn id="136" idx="3"/>
              <a:endCxn id="137" idx="3"/>
            </p:cNvCxnSpPr>
            <p:nvPr/>
          </p:nvCxnSpPr>
          <p:spPr>
            <a:xfrm>
              <a:off x="4355915" y="1576806"/>
              <a:ext cx="11179" cy="387512"/>
            </a:xfrm>
            <a:prstGeom prst="bentConnector3">
              <a:avLst>
                <a:gd name="adj1" fmla="val 2144906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Flowchart: Connector 163">
              <a:extLst>
                <a:ext uri="{FF2B5EF4-FFF2-40B4-BE49-F238E27FC236}">
                  <a16:creationId xmlns:a16="http://schemas.microsoft.com/office/drawing/2014/main" id="{9F977869-A0BC-ACA2-9C1A-C70BFB35E76E}"/>
                </a:ext>
              </a:extLst>
            </p:cNvPr>
            <p:cNvSpPr/>
            <p:nvPr/>
          </p:nvSpPr>
          <p:spPr>
            <a:xfrm>
              <a:off x="5236464" y="1445542"/>
              <a:ext cx="615696" cy="577308"/>
            </a:xfrm>
            <a:prstGeom prst="flowChart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3C8B2121-257A-6919-F0F5-81831115B359}"/>
                </a:ext>
              </a:extLst>
            </p:cNvPr>
            <p:cNvCxnSpPr>
              <a:cxnSpLocks/>
              <a:endCxn id="164" idx="2"/>
            </p:cNvCxnSpPr>
            <p:nvPr/>
          </p:nvCxnSpPr>
          <p:spPr>
            <a:xfrm>
              <a:off x="4572000" y="1734196"/>
              <a:ext cx="6644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0AC2855-23FE-414E-6F0A-CBB9C00FEFE4}"/>
                </a:ext>
              </a:extLst>
            </p:cNvPr>
            <p:cNvSpPr txBox="1"/>
            <p:nvPr/>
          </p:nvSpPr>
          <p:spPr>
            <a:xfrm>
              <a:off x="5212080" y="1212979"/>
              <a:ext cx="664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Fusion</a:t>
              </a:r>
            </a:p>
          </p:txBody>
        </p: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ED0469F4-B7D3-021D-7DD0-4B9141B3826A}"/>
                </a:ext>
              </a:extLst>
            </p:cNvPr>
            <p:cNvCxnSpPr/>
            <p:nvPr/>
          </p:nvCxnSpPr>
          <p:spPr>
            <a:xfrm>
              <a:off x="3334490" y="2433736"/>
              <a:ext cx="11173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26F67D2-1142-1CB3-5162-E47170CCB6E6}"/>
                </a:ext>
              </a:extLst>
            </p:cNvPr>
            <p:cNvCxnSpPr/>
            <p:nvPr/>
          </p:nvCxnSpPr>
          <p:spPr>
            <a:xfrm flipV="1">
              <a:off x="4451815" y="2248960"/>
              <a:ext cx="19835" cy="1847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176AB74-A238-A930-E861-66D43DFE69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1021" y="2261349"/>
              <a:ext cx="53469" cy="1723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588B49B-5304-F482-CC1F-FEFFC7818AFF}"/>
              </a:ext>
            </a:extLst>
          </p:cNvPr>
          <p:cNvSpPr txBox="1"/>
          <p:nvPr/>
        </p:nvSpPr>
        <p:spPr>
          <a:xfrm>
            <a:off x="5412610" y="1568653"/>
            <a:ext cx="286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∑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9436F7F-38C1-77AF-A609-001AEFE4381A}"/>
              </a:ext>
            </a:extLst>
          </p:cNvPr>
          <p:cNvSpPr/>
          <p:nvPr/>
        </p:nvSpPr>
        <p:spPr>
          <a:xfrm>
            <a:off x="10748012" y="1017766"/>
            <a:ext cx="307779" cy="164222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647A3-EB75-7508-DC47-AF65B2ECF207}"/>
              </a:ext>
            </a:extLst>
          </p:cNvPr>
          <p:cNvSpPr txBox="1"/>
          <p:nvPr/>
        </p:nvSpPr>
        <p:spPr>
          <a:xfrm rot="16200000">
            <a:off x="10127941" y="1610383"/>
            <a:ext cx="1547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Fracture Detection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7740660-016D-F5AC-7719-DD8911BE2FC9}"/>
              </a:ext>
            </a:extLst>
          </p:cNvPr>
          <p:cNvGrpSpPr/>
          <p:nvPr/>
        </p:nvGrpSpPr>
        <p:grpSpPr>
          <a:xfrm>
            <a:off x="6796181" y="719042"/>
            <a:ext cx="2783774" cy="2095682"/>
            <a:chOff x="7058479" y="784941"/>
            <a:chExt cx="2783774" cy="209568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7718EE2-4D3C-6320-3A4A-A09D8189081B}"/>
                </a:ext>
              </a:extLst>
            </p:cNvPr>
            <p:cNvSpPr/>
            <p:nvPr/>
          </p:nvSpPr>
          <p:spPr>
            <a:xfrm>
              <a:off x="7058479" y="784941"/>
              <a:ext cx="2783774" cy="209568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1B8651B-7D1A-FBBA-820B-6EBCD8C131E0}"/>
                </a:ext>
              </a:extLst>
            </p:cNvPr>
            <p:cNvGrpSpPr/>
            <p:nvPr/>
          </p:nvGrpSpPr>
          <p:grpSpPr>
            <a:xfrm>
              <a:off x="7313253" y="1003304"/>
              <a:ext cx="323320" cy="1720901"/>
              <a:chOff x="7408946" y="930302"/>
              <a:chExt cx="323320" cy="1720901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75473C-D0A8-D266-D23C-EDB7D028EDED}"/>
                  </a:ext>
                </a:extLst>
              </p:cNvPr>
              <p:cNvSpPr/>
              <p:nvPr/>
            </p:nvSpPr>
            <p:spPr>
              <a:xfrm>
                <a:off x="7408946" y="1032596"/>
                <a:ext cx="323317" cy="15468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0C4C6A-35DC-A502-3132-DBCF3765EA45}"/>
                  </a:ext>
                </a:extLst>
              </p:cNvPr>
              <p:cNvSpPr txBox="1"/>
              <p:nvPr/>
            </p:nvSpPr>
            <p:spPr>
              <a:xfrm rot="16200000">
                <a:off x="6725621" y="1644559"/>
                <a:ext cx="1720901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300" dirty="0"/>
                  <a:t>TimeDistributedLSTM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C508A74-5F5F-D874-E600-707521B6D40A}"/>
                </a:ext>
              </a:extLst>
            </p:cNvPr>
            <p:cNvGrpSpPr/>
            <p:nvPr/>
          </p:nvGrpSpPr>
          <p:grpSpPr>
            <a:xfrm>
              <a:off x="7809419" y="1090325"/>
              <a:ext cx="323317" cy="1546860"/>
              <a:chOff x="8188242" y="1052270"/>
              <a:chExt cx="323317" cy="154686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EDFCA4-CA5A-6334-4230-8328A731B302}"/>
                  </a:ext>
                </a:extLst>
              </p:cNvPr>
              <p:cNvSpPr/>
              <p:nvPr/>
            </p:nvSpPr>
            <p:spPr>
              <a:xfrm>
                <a:off x="8188242" y="1052270"/>
                <a:ext cx="323317" cy="1546860"/>
              </a:xfrm>
              <a:prstGeom prst="rect">
                <a:avLst/>
              </a:prstGeom>
              <a:solidFill>
                <a:srgbClr val="AEE3E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46F79B-2FB2-3F42-E165-64DEC20586E1}"/>
                  </a:ext>
                </a:extLst>
              </p:cNvPr>
              <p:cNvSpPr txBox="1"/>
              <p:nvPr/>
            </p:nvSpPr>
            <p:spPr>
              <a:xfrm rot="16200000">
                <a:off x="7919771" y="1596722"/>
                <a:ext cx="85657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300" dirty="0"/>
                  <a:t>Flatten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5800EEB-CE0D-67C8-A5D6-573E272453A4}"/>
                </a:ext>
              </a:extLst>
            </p:cNvPr>
            <p:cNvGrpSpPr/>
            <p:nvPr/>
          </p:nvGrpSpPr>
          <p:grpSpPr>
            <a:xfrm>
              <a:off x="8336621" y="900878"/>
              <a:ext cx="893725" cy="1915585"/>
              <a:chOff x="5945807" y="858984"/>
              <a:chExt cx="893725" cy="1915585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794270F-B461-7DFE-7ADF-1180C06DA624}"/>
                  </a:ext>
                </a:extLst>
              </p:cNvPr>
              <p:cNvSpPr/>
              <p:nvPr/>
            </p:nvSpPr>
            <p:spPr>
              <a:xfrm>
                <a:off x="5945807" y="858984"/>
                <a:ext cx="893725" cy="1915585"/>
              </a:xfrm>
              <a:prstGeom prst="roundRect">
                <a:avLst/>
              </a:prstGeom>
              <a:solidFill>
                <a:schemeClr val="bg1"/>
              </a:solidFill>
              <a:ln w="95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A9AAD54B-4C67-7F31-C976-9628BBDA4107}"/>
                  </a:ext>
                </a:extLst>
              </p:cNvPr>
              <p:cNvGrpSpPr/>
              <p:nvPr/>
            </p:nvGrpSpPr>
            <p:grpSpPr>
              <a:xfrm>
                <a:off x="6037273" y="986123"/>
                <a:ext cx="675279" cy="1567408"/>
                <a:chOff x="8595898" y="1026677"/>
                <a:chExt cx="675279" cy="156740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ED18FFB-97EF-D613-8DF5-94B7BB8F59B0}"/>
                    </a:ext>
                  </a:extLst>
                </p:cNvPr>
                <p:cNvSpPr/>
                <p:nvPr/>
              </p:nvSpPr>
              <p:spPr>
                <a:xfrm>
                  <a:off x="8619811" y="1040374"/>
                  <a:ext cx="323317" cy="154686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F3FD6B4-0C9E-8D8C-36E4-AAF310599B1A}"/>
                    </a:ext>
                  </a:extLst>
                </p:cNvPr>
                <p:cNvSpPr txBox="1"/>
                <p:nvPr/>
              </p:nvSpPr>
              <p:spPr>
                <a:xfrm rot="16200000">
                  <a:off x="8090696" y="1531879"/>
                  <a:ext cx="130279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300" dirty="0"/>
                    <a:t>Dense(5, relu)</a:t>
                  </a:r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1104A0C0-00CE-C30C-6963-06AAF7675A47}"/>
                    </a:ext>
                  </a:extLst>
                </p:cNvPr>
                <p:cNvGrpSpPr/>
                <p:nvPr/>
              </p:nvGrpSpPr>
              <p:grpSpPr>
                <a:xfrm>
                  <a:off x="8947860" y="1037835"/>
                  <a:ext cx="323317" cy="1556250"/>
                  <a:chOff x="9068687" y="1030097"/>
                  <a:chExt cx="323317" cy="1556250"/>
                </a:xfrm>
              </p:grpSpPr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8F0A0193-11F3-32FD-0195-C07FF316F9B5}"/>
                      </a:ext>
                    </a:extLst>
                  </p:cNvPr>
                  <p:cNvSpPr/>
                  <p:nvPr/>
                </p:nvSpPr>
                <p:spPr>
                  <a:xfrm>
                    <a:off x="9068687" y="1039487"/>
                    <a:ext cx="323317" cy="1546860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6BD35C5-453F-49B1-183B-3A817BC71C10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8578950" y="1535299"/>
                    <a:ext cx="1302791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300" dirty="0"/>
                      <a:t>Dropout(0.4)</a:t>
                    </a:r>
                  </a:p>
                </p:txBody>
              </p:sp>
            </p:grpSp>
          </p:grp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133722A-EA76-F557-C39A-784C6CCB410B}"/>
                </a:ext>
              </a:extLst>
            </p:cNvPr>
            <p:cNvSpPr/>
            <p:nvPr/>
          </p:nvSpPr>
          <p:spPr>
            <a:xfrm>
              <a:off x="9394693" y="1077824"/>
              <a:ext cx="323317" cy="15468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83BC669-1017-0EBF-4CDE-CDD92415CA50}"/>
                </a:ext>
              </a:extLst>
            </p:cNvPr>
            <p:cNvSpPr txBox="1"/>
            <p:nvPr/>
          </p:nvSpPr>
          <p:spPr>
            <a:xfrm rot="16200000">
              <a:off x="8783382" y="1482870"/>
              <a:ext cx="155027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300" dirty="0"/>
                <a:t>Dense(1, softmax)</a:t>
              </a: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E21B99C-0B13-984C-2171-6D8B6974EB00}"/>
              </a:ext>
            </a:extLst>
          </p:cNvPr>
          <p:cNvCxnSpPr>
            <a:cxnSpLocks/>
            <a:stCxn id="164" idx="6"/>
            <a:endCxn id="12" idx="1"/>
          </p:cNvCxnSpPr>
          <p:nvPr/>
        </p:nvCxnSpPr>
        <p:spPr>
          <a:xfrm>
            <a:off x="5852160" y="1734196"/>
            <a:ext cx="944021" cy="326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2241572-DD1A-80D6-DF0F-8EA6DDF53564}"/>
              </a:ext>
            </a:extLst>
          </p:cNvPr>
          <p:cNvCxnSpPr>
            <a:cxnSpLocks/>
            <a:stCxn id="12" idx="3"/>
            <a:endCxn id="17" idx="0"/>
          </p:cNvCxnSpPr>
          <p:nvPr/>
        </p:nvCxnSpPr>
        <p:spPr>
          <a:xfrm flipV="1">
            <a:off x="9579955" y="1764272"/>
            <a:ext cx="1168060" cy="2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2DAD41D-E443-65AE-DEF6-C94082B17E8E}"/>
              </a:ext>
            </a:extLst>
          </p:cNvPr>
          <p:cNvSpPr txBox="1"/>
          <p:nvPr/>
        </p:nvSpPr>
        <p:spPr>
          <a:xfrm>
            <a:off x="7341238" y="397565"/>
            <a:ext cx="1775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Classification Module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A533A06-2E2E-A5E8-230F-EE1ED41CF68E}"/>
              </a:ext>
            </a:extLst>
          </p:cNvPr>
          <p:cNvCxnSpPr>
            <a:cxnSpLocks/>
            <a:stCxn id="26" idx="2"/>
            <a:endCxn id="22" idx="1"/>
          </p:cNvCxnSpPr>
          <p:nvPr/>
        </p:nvCxnSpPr>
        <p:spPr>
          <a:xfrm>
            <a:off x="7374275" y="1797856"/>
            <a:ext cx="1728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C48BA55-1367-8B82-87AE-7061E53B1536}"/>
              </a:ext>
            </a:extLst>
          </p:cNvPr>
          <p:cNvCxnSpPr>
            <a:cxnSpLocks/>
            <a:stCxn id="22" idx="3"/>
            <a:endCxn id="34" idx="1"/>
          </p:cNvCxnSpPr>
          <p:nvPr/>
        </p:nvCxnSpPr>
        <p:spPr>
          <a:xfrm flipV="1">
            <a:off x="7870438" y="1792772"/>
            <a:ext cx="203885" cy="50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BE28966-99D5-8908-DFED-9530075E050F}"/>
              </a:ext>
            </a:extLst>
          </p:cNvPr>
          <p:cNvCxnSpPr>
            <a:cxnSpLocks/>
            <a:stCxn id="34" idx="3"/>
            <a:endCxn id="49" idx="1"/>
          </p:cNvCxnSpPr>
          <p:nvPr/>
        </p:nvCxnSpPr>
        <p:spPr>
          <a:xfrm flipV="1">
            <a:off x="8968048" y="1785355"/>
            <a:ext cx="164347" cy="74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8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4B3186D-8768-9A23-BD0B-66EFE43B6A7A}"/>
              </a:ext>
            </a:extLst>
          </p:cNvPr>
          <p:cNvGrpSpPr/>
          <p:nvPr/>
        </p:nvGrpSpPr>
        <p:grpSpPr>
          <a:xfrm>
            <a:off x="1616761" y="1383431"/>
            <a:ext cx="1137160" cy="1327078"/>
            <a:chOff x="1604509" y="1245158"/>
            <a:chExt cx="1137160" cy="132707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A6F03D8-4C0B-3F6D-F1D3-02B6BA0EB69C}"/>
                </a:ext>
              </a:extLst>
            </p:cNvPr>
            <p:cNvSpPr/>
            <p:nvPr/>
          </p:nvSpPr>
          <p:spPr>
            <a:xfrm>
              <a:off x="1604509" y="1245158"/>
              <a:ext cx="1137160" cy="105891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97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16674DE-2946-91A7-C069-6727880A5130}"/>
                </a:ext>
              </a:extLst>
            </p:cNvPr>
            <p:cNvSpPr/>
            <p:nvPr/>
          </p:nvSpPr>
          <p:spPr>
            <a:xfrm>
              <a:off x="2052658" y="1602948"/>
              <a:ext cx="524256" cy="48768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35504F-D34E-4F04-EB78-CAB8D2F8A40E}"/>
                </a:ext>
              </a:extLst>
            </p:cNvPr>
            <p:cNvSpPr/>
            <p:nvPr/>
          </p:nvSpPr>
          <p:spPr>
            <a:xfrm>
              <a:off x="1929870" y="1526748"/>
              <a:ext cx="524256" cy="4876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A8FF5D-35C4-B4B0-0318-144122BFEFDF}"/>
                </a:ext>
              </a:extLst>
            </p:cNvPr>
            <p:cNvSpPr/>
            <p:nvPr/>
          </p:nvSpPr>
          <p:spPr>
            <a:xfrm>
              <a:off x="1813690" y="1445955"/>
              <a:ext cx="524256" cy="48768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8A51803-FFA3-0717-F2C8-81DDCAEF4302}"/>
                </a:ext>
              </a:extLst>
            </p:cNvPr>
            <p:cNvSpPr/>
            <p:nvPr/>
          </p:nvSpPr>
          <p:spPr>
            <a:xfrm>
              <a:off x="1715874" y="1366868"/>
              <a:ext cx="524256" cy="48768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F0A6F79-5D7C-1E77-9878-34F6282D5CB8}"/>
                </a:ext>
              </a:extLst>
            </p:cNvPr>
            <p:cNvSpPr/>
            <p:nvPr/>
          </p:nvSpPr>
          <p:spPr>
            <a:xfrm rot="5400000">
              <a:off x="1872514" y="1509310"/>
              <a:ext cx="219332" cy="187276"/>
            </a:xfrm>
            <a:prstGeom prst="triangl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5B9904-0CF9-A7E9-41BF-D9805E2472ED}"/>
                </a:ext>
              </a:extLst>
            </p:cNvPr>
            <p:cNvSpPr txBox="1"/>
            <p:nvPr/>
          </p:nvSpPr>
          <p:spPr>
            <a:xfrm>
              <a:off x="1752500" y="203694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128 x 128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D76913-6FBE-A551-2449-D59493F63955}"/>
                </a:ext>
              </a:extLst>
            </p:cNvPr>
            <p:cNvSpPr txBox="1"/>
            <p:nvPr/>
          </p:nvSpPr>
          <p:spPr>
            <a:xfrm>
              <a:off x="1828941" y="2295237"/>
              <a:ext cx="5709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3E83D89-05DE-C89B-53E9-C679A82B6C17}"/>
              </a:ext>
            </a:extLst>
          </p:cNvPr>
          <p:cNvGrpSpPr/>
          <p:nvPr/>
        </p:nvGrpSpPr>
        <p:grpSpPr>
          <a:xfrm>
            <a:off x="3276573" y="534261"/>
            <a:ext cx="3160537" cy="2429439"/>
            <a:chOff x="1127760" y="3095243"/>
            <a:chExt cx="2783774" cy="2429439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218B456-FA15-CA8F-1646-2CB7E9DEAF2A}"/>
                </a:ext>
              </a:extLst>
            </p:cNvPr>
            <p:cNvGrpSpPr/>
            <p:nvPr/>
          </p:nvGrpSpPr>
          <p:grpSpPr>
            <a:xfrm>
              <a:off x="1127760" y="3429000"/>
              <a:ext cx="2783774" cy="2095682"/>
              <a:chOff x="1127760" y="3429000"/>
              <a:chExt cx="2783774" cy="2095682"/>
            </a:xfrm>
          </p:grpSpPr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FC86D878-E17E-B770-40FC-85C0945DF390}"/>
                  </a:ext>
                </a:extLst>
              </p:cNvPr>
              <p:cNvSpPr/>
              <p:nvPr/>
            </p:nvSpPr>
            <p:spPr>
              <a:xfrm>
                <a:off x="1127760" y="3429000"/>
                <a:ext cx="2783774" cy="20956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22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8167D7E-4647-A9FA-29A1-A163203216C3}"/>
                  </a:ext>
                </a:extLst>
              </p:cNvPr>
              <p:cNvGrpSpPr/>
              <p:nvPr/>
            </p:nvGrpSpPr>
            <p:grpSpPr>
              <a:xfrm>
                <a:off x="2309114" y="3533924"/>
                <a:ext cx="777241" cy="1871588"/>
                <a:chOff x="1135379" y="3378592"/>
                <a:chExt cx="777241" cy="1871588"/>
              </a:xfrm>
            </p:grpSpPr>
            <p:sp>
              <p:nvSpPr>
                <p:cNvPr id="113" name="Rectangle: Rounded Corners 112">
                  <a:extLst>
                    <a:ext uri="{FF2B5EF4-FFF2-40B4-BE49-F238E27FC236}">
                      <a16:creationId xmlns:a16="http://schemas.microsoft.com/office/drawing/2014/main" id="{48BFB5C2-F848-E975-5A98-0273B1DFD671}"/>
                    </a:ext>
                  </a:extLst>
                </p:cNvPr>
                <p:cNvSpPr/>
                <p:nvPr/>
              </p:nvSpPr>
              <p:spPr>
                <a:xfrm>
                  <a:off x="1135379" y="3378592"/>
                  <a:ext cx="777241" cy="1871588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6B13C96-D6D9-B9D9-C9F3-D9AF5BC3223C}"/>
                    </a:ext>
                  </a:extLst>
                </p:cNvPr>
                <p:cNvSpPr/>
                <p:nvPr/>
              </p:nvSpPr>
              <p:spPr>
                <a:xfrm>
                  <a:off x="1197405" y="3550920"/>
                  <a:ext cx="323317" cy="15468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28359A49-37D9-3894-D460-CD495F88EDC6}"/>
                    </a:ext>
                  </a:extLst>
                </p:cNvPr>
                <p:cNvSpPr/>
                <p:nvPr/>
              </p:nvSpPr>
              <p:spPr>
                <a:xfrm>
                  <a:off x="1530237" y="3550920"/>
                  <a:ext cx="323317" cy="154686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E8759E7-7D0D-4208-D173-B5C226D46033}"/>
                    </a:ext>
                  </a:extLst>
                </p:cNvPr>
                <p:cNvSpPr txBox="1"/>
                <p:nvPr/>
              </p:nvSpPr>
              <p:spPr>
                <a:xfrm rot="16200000">
                  <a:off x="703636" y="4154955"/>
                  <a:ext cx="132211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Conv2D(16,(3,3))</a:t>
                  </a: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F5F589F-3047-99F0-7BA1-583FBFC65629}"/>
                    </a:ext>
                  </a:extLst>
                </p:cNvPr>
                <p:cNvSpPr txBox="1"/>
                <p:nvPr/>
              </p:nvSpPr>
              <p:spPr>
                <a:xfrm rot="16200000">
                  <a:off x="1157817" y="4223958"/>
                  <a:ext cx="10681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MaxPool (2,2)</a:t>
                  </a: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85BE855B-AB94-D154-6D75-F11C4FBC0894}"/>
                  </a:ext>
                </a:extLst>
              </p:cNvPr>
              <p:cNvGrpSpPr/>
              <p:nvPr/>
            </p:nvGrpSpPr>
            <p:grpSpPr>
              <a:xfrm>
                <a:off x="3265652" y="3536856"/>
                <a:ext cx="499649" cy="1871588"/>
                <a:chOff x="2161856" y="3412003"/>
                <a:chExt cx="499649" cy="1871588"/>
              </a:xfrm>
            </p:grpSpPr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20F06ED9-FABD-E2B5-7B98-A940003B6C8D}"/>
                    </a:ext>
                  </a:extLst>
                </p:cNvPr>
                <p:cNvSpPr/>
                <p:nvPr/>
              </p:nvSpPr>
              <p:spPr>
                <a:xfrm>
                  <a:off x="2161856" y="3412003"/>
                  <a:ext cx="499649" cy="1871588"/>
                </a:xfrm>
                <a:prstGeom prst="round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CBD513F-B0B6-2CF4-1B65-158E64DE474C}"/>
                    </a:ext>
                  </a:extLst>
                </p:cNvPr>
                <p:cNvSpPr/>
                <p:nvPr/>
              </p:nvSpPr>
              <p:spPr>
                <a:xfrm>
                  <a:off x="2230694" y="3589029"/>
                  <a:ext cx="323317" cy="154686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98B44F0-A1D3-5F42-5AAB-703FEA80297F}"/>
                    </a:ext>
                  </a:extLst>
                </p:cNvPr>
                <p:cNvSpPr txBox="1"/>
                <p:nvPr/>
              </p:nvSpPr>
              <p:spPr>
                <a:xfrm rot="16200000">
                  <a:off x="1695576" y="4209298"/>
                  <a:ext cx="139355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Spatial Attention(2)</a:t>
                  </a: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8C173776-2DC3-444A-4B33-2705ABCF7742}"/>
                  </a:ext>
                </a:extLst>
              </p:cNvPr>
              <p:cNvGrpSpPr/>
              <p:nvPr/>
            </p:nvGrpSpPr>
            <p:grpSpPr>
              <a:xfrm>
                <a:off x="1363880" y="3550920"/>
                <a:ext cx="777241" cy="1871588"/>
                <a:chOff x="1141616" y="3398520"/>
                <a:chExt cx="777241" cy="1871588"/>
              </a:xfrm>
              <a:noFill/>
            </p:grpSpPr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6C42147C-3593-100C-650B-9B9CEF3A352D}"/>
                    </a:ext>
                  </a:extLst>
                </p:cNvPr>
                <p:cNvSpPr/>
                <p:nvPr/>
              </p:nvSpPr>
              <p:spPr>
                <a:xfrm>
                  <a:off x="1141616" y="3398520"/>
                  <a:ext cx="777241" cy="1871588"/>
                </a:xfrm>
                <a:prstGeom prst="roundRect">
                  <a:avLst/>
                </a:prstGeom>
                <a:grp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8C43566C-4D08-B59E-B09B-15226452413A}"/>
                    </a:ext>
                  </a:extLst>
                </p:cNvPr>
                <p:cNvSpPr/>
                <p:nvPr/>
              </p:nvSpPr>
              <p:spPr>
                <a:xfrm>
                  <a:off x="1197405" y="3550920"/>
                  <a:ext cx="323317" cy="15468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32AD1EBF-590A-F21E-CB08-EA1C242B25C9}"/>
                    </a:ext>
                  </a:extLst>
                </p:cNvPr>
                <p:cNvSpPr/>
                <p:nvPr/>
              </p:nvSpPr>
              <p:spPr>
                <a:xfrm>
                  <a:off x="1530237" y="3550920"/>
                  <a:ext cx="323317" cy="154686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FA6903F-0E3E-4BD2-7B39-7C9770D480E5}"/>
                    </a:ext>
                  </a:extLst>
                </p:cNvPr>
                <p:cNvSpPr txBox="1"/>
                <p:nvPr/>
              </p:nvSpPr>
              <p:spPr>
                <a:xfrm rot="16200000">
                  <a:off x="772639" y="4223959"/>
                  <a:ext cx="1184113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Conv2D(8,(3,3))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608B75AC-089B-C9A9-EEF8-96C5FC3A06CC}"/>
                    </a:ext>
                  </a:extLst>
                </p:cNvPr>
                <p:cNvSpPr txBox="1"/>
                <p:nvPr/>
              </p:nvSpPr>
              <p:spPr>
                <a:xfrm rot="16200000">
                  <a:off x="1157817" y="4223958"/>
                  <a:ext cx="1068155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MaxPool (2,2)</a:t>
                  </a:r>
                </a:p>
              </p:txBody>
            </p:sp>
          </p:grp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D58A9DBC-8E56-C3CA-D582-713075FE91C1}"/>
                  </a:ext>
                </a:extLst>
              </p:cNvPr>
              <p:cNvCxnSpPr>
                <a:stCxn id="105" idx="3"/>
                <a:endCxn id="113" idx="1"/>
              </p:cNvCxnSpPr>
              <p:nvPr/>
            </p:nvCxnSpPr>
            <p:spPr>
              <a:xfrm flipV="1">
                <a:off x="2141121" y="4469718"/>
                <a:ext cx="167993" cy="1699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516D5E62-3EA7-912F-D314-A2AA7307B989}"/>
                  </a:ext>
                </a:extLst>
              </p:cNvPr>
              <p:cNvCxnSpPr>
                <a:stCxn id="113" idx="3"/>
                <a:endCxn id="110" idx="1"/>
              </p:cNvCxnSpPr>
              <p:nvPr/>
            </p:nvCxnSpPr>
            <p:spPr>
              <a:xfrm>
                <a:off x="3086355" y="4469718"/>
                <a:ext cx="179297" cy="293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227A519-A2FC-D7BB-3111-9C54FB33C3B5}"/>
                </a:ext>
              </a:extLst>
            </p:cNvPr>
            <p:cNvSpPr txBox="1"/>
            <p:nvPr/>
          </p:nvSpPr>
          <p:spPr>
            <a:xfrm>
              <a:off x="2240130" y="3095243"/>
              <a:ext cx="87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Head</a:t>
              </a:r>
            </a:p>
          </p:txBody>
        </p:sp>
      </p:grp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C5E722B-9604-0CD8-D4A0-B3BBDFF3107A}"/>
              </a:ext>
            </a:extLst>
          </p:cNvPr>
          <p:cNvCxnSpPr>
            <a:stCxn id="16" idx="3"/>
            <a:endCxn id="99" idx="1"/>
          </p:cNvCxnSpPr>
          <p:nvPr/>
        </p:nvCxnSpPr>
        <p:spPr>
          <a:xfrm>
            <a:off x="2753921" y="1912891"/>
            <a:ext cx="522652" cy="29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283BD65-4533-DCE8-9A2F-B35CA861B4FF}"/>
              </a:ext>
            </a:extLst>
          </p:cNvPr>
          <p:cNvGrpSpPr/>
          <p:nvPr/>
        </p:nvGrpSpPr>
        <p:grpSpPr>
          <a:xfrm>
            <a:off x="6792079" y="540401"/>
            <a:ext cx="4259610" cy="2417159"/>
            <a:chOff x="6796181" y="397565"/>
            <a:chExt cx="4259610" cy="2417159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47A6D760-7456-076E-00DC-42D2A05A71DF}"/>
                </a:ext>
              </a:extLst>
            </p:cNvPr>
            <p:cNvSpPr/>
            <p:nvPr/>
          </p:nvSpPr>
          <p:spPr>
            <a:xfrm>
              <a:off x="10748012" y="1017766"/>
              <a:ext cx="307779" cy="1642221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C972E1E-1202-2630-60A5-3FF17B93A914}"/>
                </a:ext>
              </a:extLst>
            </p:cNvPr>
            <p:cNvSpPr txBox="1"/>
            <p:nvPr/>
          </p:nvSpPr>
          <p:spPr>
            <a:xfrm rot="16200000">
              <a:off x="10127941" y="1610383"/>
              <a:ext cx="15479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Fracture Detection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3B528D2-1FA2-A92D-4281-50657A7BAFB7}"/>
                </a:ext>
              </a:extLst>
            </p:cNvPr>
            <p:cNvGrpSpPr/>
            <p:nvPr/>
          </p:nvGrpSpPr>
          <p:grpSpPr>
            <a:xfrm>
              <a:off x="6796181" y="719042"/>
              <a:ext cx="2783774" cy="2095682"/>
              <a:chOff x="7058479" y="784941"/>
              <a:chExt cx="2783774" cy="2095682"/>
            </a:xfrm>
          </p:grpSpPr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FB3A1F96-2475-1884-B68A-434FA9CC0736}"/>
                  </a:ext>
                </a:extLst>
              </p:cNvPr>
              <p:cNvSpPr/>
              <p:nvPr/>
            </p:nvSpPr>
            <p:spPr>
              <a:xfrm>
                <a:off x="7058479" y="784941"/>
                <a:ext cx="2783774" cy="20956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22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381B19EC-8C15-EC08-70B5-7C6C73817ECD}"/>
                  </a:ext>
                </a:extLst>
              </p:cNvPr>
              <p:cNvGrpSpPr/>
              <p:nvPr/>
            </p:nvGrpSpPr>
            <p:grpSpPr>
              <a:xfrm>
                <a:off x="7313253" y="1003304"/>
                <a:ext cx="323320" cy="1720901"/>
                <a:chOff x="7408946" y="930302"/>
                <a:chExt cx="323320" cy="1720901"/>
              </a:xfrm>
            </p:grpSpPr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4E2698A3-3A71-5510-4B7B-261E6D28FB66}"/>
                    </a:ext>
                  </a:extLst>
                </p:cNvPr>
                <p:cNvSpPr/>
                <p:nvPr/>
              </p:nvSpPr>
              <p:spPr>
                <a:xfrm>
                  <a:off x="7408946" y="1032596"/>
                  <a:ext cx="323317" cy="15468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02303F1-A307-E7E0-5320-93EF4124C8E2}"/>
                    </a:ext>
                  </a:extLst>
                </p:cNvPr>
                <p:cNvSpPr txBox="1"/>
                <p:nvPr/>
              </p:nvSpPr>
              <p:spPr>
                <a:xfrm rot="16200000">
                  <a:off x="6725621" y="1644559"/>
                  <a:ext cx="17209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300" dirty="0"/>
                    <a:t>TimeDistributedLSTM</a:t>
                  </a:r>
                </a:p>
              </p:txBody>
            </p: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AB90CF78-20FD-5C3C-03CD-EB0D947FB056}"/>
                  </a:ext>
                </a:extLst>
              </p:cNvPr>
              <p:cNvGrpSpPr/>
              <p:nvPr/>
            </p:nvGrpSpPr>
            <p:grpSpPr>
              <a:xfrm>
                <a:off x="7809419" y="1090325"/>
                <a:ext cx="323317" cy="1546860"/>
                <a:chOff x="8188242" y="1052270"/>
                <a:chExt cx="323317" cy="1546860"/>
              </a:xfrm>
            </p:grpSpPr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98966CF4-AB66-22DA-7E5E-73A432E3FDBF}"/>
                    </a:ext>
                  </a:extLst>
                </p:cNvPr>
                <p:cNvSpPr/>
                <p:nvPr/>
              </p:nvSpPr>
              <p:spPr>
                <a:xfrm>
                  <a:off x="8188242" y="1052270"/>
                  <a:ext cx="323317" cy="1546860"/>
                </a:xfrm>
                <a:prstGeom prst="rect">
                  <a:avLst/>
                </a:prstGeom>
                <a:solidFill>
                  <a:srgbClr val="AEE3EE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175721AE-1884-14FC-85A6-5EFED003EE1A}"/>
                    </a:ext>
                  </a:extLst>
                </p:cNvPr>
                <p:cNvSpPr txBox="1"/>
                <p:nvPr/>
              </p:nvSpPr>
              <p:spPr>
                <a:xfrm rot="16200000">
                  <a:off x="7919771" y="1596722"/>
                  <a:ext cx="8565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300" dirty="0"/>
                    <a:t>Flatten</a:t>
                  </a:r>
                </a:p>
              </p:txBody>
            </p:sp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D074B5A1-3549-1CE8-1BE3-9CA3C6F0C70F}"/>
                  </a:ext>
                </a:extLst>
              </p:cNvPr>
              <p:cNvGrpSpPr/>
              <p:nvPr/>
            </p:nvGrpSpPr>
            <p:grpSpPr>
              <a:xfrm>
                <a:off x="8336621" y="900878"/>
                <a:ext cx="893725" cy="1915585"/>
                <a:chOff x="5945807" y="858984"/>
                <a:chExt cx="893725" cy="1915585"/>
              </a:xfrm>
            </p:grpSpPr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16BFD56B-38A4-8243-272F-BEE159270B58}"/>
                    </a:ext>
                  </a:extLst>
                </p:cNvPr>
                <p:cNvSpPr/>
                <p:nvPr/>
              </p:nvSpPr>
              <p:spPr>
                <a:xfrm>
                  <a:off x="5945807" y="858984"/>
                  <a:ext cx="893725" cy="1915585"/>
                </a:xfrm>
                <a:prstGeom prst="roundRect">
                  <a:avLst/>
                </a:prstGeom>
                <a:solidFill>
                  <a:schemeClr val="bg1"/>
                </a:solidFill>
                <a:ln w="9525"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FF3DE659-8044-41FF-7A6B-1876B79FD7BD}"/>
                    </a:ext>
                  </a:extLst>
                </p:cNvPr>
                <p:cNvGrpSpPr/>
                <p:nvPr/>
              </p:nvGrpSpPr>
              <p:grpSpPr>
                <a:xfrm>
                  <a:off x="6037273" y="986123"/>
                  <a:ext cx="675279" cy="1567408"/>
                  <a:chOff x="8595898" y="1026677"/>
                  <a:chExt cx="675279" cy="1567408"/>
                </a:xfrm>
              </p:grpSpPr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29536537-5C65-061B-7613-28C911315667}"/>
                      </a:ext>
                    </a:extLst>
                  </p:cNvPr>
                  <p:cNvSpPr/>
                  <p:nvPr/>
                </p:nvSpPr>
                <p:spPr>
                  <a:xfrm>
                    <a:off x="8619811" y="1040374"/>
                    <a:ext cx="323317" cy="1546860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63614D1A-9791-918F-C5B3-1626E55CB765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8090696" y="1531879"/>
                    <a:ext cx="1302791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300" dirty="0"/>
                      <a:t>Dense(3 , relu)</a:t>
                    </a:r>
                  </a:p>
                </p:txBody>
              </p:sp>
              <p:grpSp>
                <p:nvGrpSpPr>
                  <p:cNvPr id="133" name="Group 132">
                    <a:extLst>
                      <a:ext uri="{FF2B5EF4-FFF2-40B4-BE49-F238E27FC236}">
                        <a16:creationId xmlns:a16="http://schemas.microsoft.com/office/drawing/2014/main" id="{6A0716AD-C076-14C2-0B41-D87E4057920B}"/>
                      </a:ext>
                    </a:extLst>
                  </p:cNvPr>
                  <p:cNvGrpSpPr/>
                  <p:nvPr/>
                </p:nvGrpSpPr>
                <p:grpSpPr>
                  <a:xfrm>
                    <a:off x="8947860" y="1037835"/>
                    <a:ext cx="323317" cy="1556250"/>
                    <a:chOff x="9068687" y="1030097"/>
                    <a:chExt cx="323317" cy="1556250"/>
                  </a:xfrm>
                </p:grpSpPr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3E1C756A-850F-9F9B-73DF-14542E4DE9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8687" y="1039487"/>
                      <a:ext cx="323317" cy="1546860"/>
                    </a:xfrm>
                    <a:prstGeom prst="rect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135" name="TextBox 134">
                      <a:extLst>
                        <a:ext uri="{FF2B5EF4-FFF2-40B4-BE49-F238E27FC236}">
                          <a16:creationId xmlns:a16="http://schemas.microsoft.com/office/drawing/2014/main" id="{CF4B37BA-261A-0FCC-832B-A26094FC5ADC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8578950" y="1535299"/>
                      <a:ext cx="1302791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sz="1300" dirty="0"/>
                        <a:t>Dropout(0.4)</a:t>
                      </a:r>
                    </a:p>
                  </p:txBody>
                </p:sp>
              </p:grpSp>
            </p:grpSp>
          </p:grp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25C5446-BA70-FE41-801F-5E1EDF7E2255}"/>
                  </a:ext>
                </a:extLst>
              </p:cNvPr>
              <p:cNvSpPr/>
              <p:nvPr/>
            </p:nvSpPr>
            <p:spPr>
              <a:xfrm>
                <a:off x="9394693" y="1077824"/>
                <a:ext cx="323317" cy="154686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DC78FF1-D6C9-CCA1-A35D-BF262DA6AEA3}"/>
                  </a:ext>
                </a:extLst>
              </p:cNvPr>
              <p:cNvSpPr txBox="1"/>
              <p:nvPr/>
            </p:nvSpPr>
            <p:spPr>
              <a:xfrm rot="16200000">
                <a:off x="8783382" y="1482870"/>
                <a:ext cx="155027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300" dirty="0"/>
                  <a:t>Dense(1, softmax)</a:t>
                </a:r>
              </a:p>
            </p:txBody>
          </p:sp>
        </p:grp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8AE8049D-7C01-BDF2-9534-85A4BC660B09}"/>
                </a:ext>
              </a:extLst>
            </p:cNvPr>
            <p:cNvCxnSpPr>
              <a:cxnSpLocks/>
              <a:stCxn id="123" idx="3"/>
              <a:endCxn id="121" idx="0"/>
            </p:cNvCxnSpPr>
            <p:nvPr/>
          </p:nvCxnSpPr>
          <p:spPr>
            <a:xfrm flipV="1">
              <a:off x="9579955" y="1764272"/>
              <a:ext cx="1168060" cy="26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690CAE2-04AA-017A-13E4-8752FBFEC0D5}"/>
                </a:ext>
              </a:extLst>
            </p:cNvPr>
            <p:cNvSpPr txBox="1"/>
            <p:nvPr/>
          </p:nvSpPr>
          <p:spPr>
            <a:xfrm>
              <a:off x="7341238" y="397565"/>
              <a:ext cx="17757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Classification Module</a:t>
              </a:r>
            </a:p>
          </p:txBody>
        </p: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AA5A0044-6E5D-C1F0-8053-9AD9CCDE39C2}"/>
                </a:ext>
              </a:extLst>
            </p:cNvPr>
            <p:cNvCxnSpPr>
              <a:cxnSpLocks/>
              <a:stCxn id="139" idx="2"/>
              <a:endCxn id="136" idx="1"/>
            </p:cNvCxnSpPr>
            <p:nvPr/>
          </p:nvCxnSpPr>
          <p:spPr>
            <a:xfrm>
              <a:off x="7374275" y="1797856"/>
              <a:ext cx="17284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4EF40D81-BC58-293C-4AA3-8BA4134898E0}"/>
                </a:ext>
              </a:extLst>
            </p:cNvPr>
            <p:cNvCxnSpPr>
              <a:cxnSpLocks/>
              <a:stCxn id="136" idx="3"/>
              <a:endCxn id="129" idx="1"/>
            </p:cNvCxnSpPr>
            <p:nvPr/>
          </p:nvCxnSpPr>
          <p:spPr>
            <a:xfrm flipV="1">
              <a:off x="7870438" y="1792772"/>
              <a:ext cx="203885" cy="50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A017A277-9038-D680-A252-4F45EA25BA30}"/>
                </a:ext>
              </a:extLst>
            </p:cNvPr>
            <p:cNvCxnSpPr>
              <a:cxnSpLocks/>
              <a:stCxn id="129" idx="3"/>
              <a:endCxn id="127" idx="1"/>
            </p:cNvCxnSpPr>
            <p:nvPr/>
          </p:nvCxnSpPr>
          <p:spPr>
            <a:xfrm flipV="1">
              <a:off x="8968048" y="1785355"/>
              <a:ext cx="164347" cy="74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34433FA-2BD2-F8EB-142D-737D45D9ABDB}"/>
              </a:ext>
            </a:extLst>
          </p:cNvPr>
          <p:cNvCxnSpPr>
            <a:cxnSpLocks/>
            <a:stCxn id="99" idx="3"/>
            <a:endCxn id="123" idx="1"/>
          </p:cNvCxnSpPr>
          <p:nvPr/>
        </p:nvCxnSpPr>
        <p:spPr>
          <a:xfrm flipV="1">
            <a:off x="6437110" y="1909719"/>
            <a:ext cx="354969" cy="61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46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223</Words>
  <Application>Microsoft Office PowerPoint</Application>
  <PresentationFormat>Widescreen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Agency FB</vt:lpstr>
      <vt:lpstr>Arial</vt:lpstr>
      <vt:lpstr>Calibri</vt:lpstr>
      <vt:lpstr>Calibri Light</vt:lpstr>
      <vt:lpstr>Calisto MT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amey medewar</dc:creator>
  <cp:lastModifiedBy>amey medewar</cp:lastModifiedBy>
  <cp:revision>8</cp:revision>
  <dcterms:created xsi:type="dcterms:W3CDTF">2024-11-16T11:12:15Z</dcterms:created>
  <dcterms:modified xsi:type="dcterms:W3CDTF">2024-12-27T13:05:13Z</dcterms:modified>
</cp:coreProperties>
</file>